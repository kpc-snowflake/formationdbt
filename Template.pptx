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873" r:id="rId4"/>
  </p:sldMasterIdLst>
  <p:notesMasterIdLst>
    <p:notesMasterId r:id="rId13"/>
  </p:notesMasterIdLst>
  <p:handoutMasterIdLst>
    <p:handoutMasterId r:id="rId14"/>
  </p:handoutMasterIdLst>
  <p:sldIdLst>
    <p:sldId id="2147483577" r:id="rId5"/>
    <p:sldId id="2147483560" r:id="rId6"/>
    <p:sldId id="2147483563" r:id="rId7"/>
    <p:sldId id="2147483564" r:id="rId8"/>
    <p:sldId id="2147483549" r:id="rId9"/>
    <p:sldId id="2147483562" r:id="rId10"/>
    <p:sldId id="2147483561" r:id="rId11"/>
    <p:sldId id="2147483575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uvertures" id="{53C05019-9BE1-FE49-BE90-974B6FCF7790}">
          <p14:sldIdLst>
            <p14:sldId id="2147483577"/>
            <p14:sldId id="2147483560"/>
            <p14:sldId id="2147483563"/>
            <p14:sldId id="2147483564"/>
            <p14:sldId id="2147483549"/>
            <p14:sldId id="2147483562"/>
            <p14:sldId id="2147483561"/>
            <p14:sldId id="21474835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41CE006-3F51-896F-55D1-76102AB1C4B8}" name="Nicolas Aumaistre" initials="NA" userId="S::nicolas.aumaistre@kpconsulting.fr::6f00dba7-6187-4edc-9bd0-38a51dd01a47" providerId="AD"/>
  <p188:author id="{A221E131-5099-6AFD-E28C-B2302C8A57F8}" name="Stéphan VERDIER" initials="SV" userId="S::sverdier@kwanzeo.com::acd683a2-6028-4993-a241-b938aee05a6b" providerId="AD"/>
  <p188:author id="{7C91C233-4422-ACB6-FD32-98265AFE1AE0}" name="Roman DOS SANTOS" initials="RS" userId="S::roman.dos-santos@kpconsulting.fr::a5a10015-77aa-4499-91f1-c499cdf0d518" providerId="AD"/>
  <p188:author id="{0885A83F-34FF-E940-379D-95FFD046A058}" name="Nicolas Veras" initials="NV" userId="S::nicolas.veras@kpconsulting.fr::52e713c2-ee76-403c-b339-e13c2cbd7a72" providerId="AD"/>
  <p188:author id="{19CB5388-907C-5BE2-31DB-F4515C010225}" name="Christel Carbonnel" initials="CC" userId="S::christel.carbonnel@kpconsulting.fr::2e75a158-d9b6-43a1-99f3-ec7e5ec616d6" providerId="AD"/>
  <p188:author id="{BA7FD898-D8D3-12BE-DF7D-CC324FB1FA32}" name="Stéphane Munoz" initials="SM" userId="S::stephane.munoz@kpconsulting.fr::4e302159-523a-4c8c-ab00-9c5bb68ef40d" providerId="AD"/>
  <p188:author id="{84984899-C832-CCDF-2271-811F861F13B0}" name="Nicolas Mussotte" initials="NM" userId="S::nicolas.mussotte@kpconsulting.fr::2765e2fd-cbe6-4b4d-8c78-89b0fbffd277" providerId="AD"/>
  <p188:author id="{A7AE32AA-2752-C6DB-6A67-805E6D563050}" name="Matthieu Augier" initials="MA" userId="S::matthieu.augier@kpconsulting.fr::381db1b4-9711-4cdf-959a-7540904b041a" providerId="AD"/>
  <p188:author id="{06F2ECB6-0E4E-88A9-75C7-C4760B1267E2}" name="Jacques CHAMBOURNIER" initials="" userId="S::jacques.chambournier@kpconsulting.fr::852b520d-d773-4d88-89da-4da0187fc5e7" providerId="AD"/>
  <p188:author id="{386D27B8-4619-6813-1EB7-E365B5283956}" name="Theo Esteban" initials="TE" userId="S::theo.esteban@kpconsulting.fr::10be8676-49c1-4260-aee4-1965d4b53977" providerId="AD"/>
  <p188:author id="{73CF53D1-B245-7A9A-228C-10A891AE906A}" name="Laurent Sirot" initials="LS" userId="S::laurent.sirot@kpconsulting.fr::addd8953-a4d2-4180-8758-e15e7ee18ac3" providerId="AD"/>
  <p188:author id="{4A7168DA-B18D-4A50-6610-C451C670FE2A}" name="Emilie Marie" initials="EM" userId="S::emilie.marie@kpconsulting.fr::59de69f1-93b5-43a3-aa0d-33ada9dcc54c" providerId="AD"/>
  <p188:author id="{13747CDE-004B-1476-D1B9-B09775F570D9}" name="Sebastien Esperance" initials="SE" userId="S::sebastien.esperance@kpconsulting.fr::d1eba6f4-45af-4569-a978-943ee0b18cc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792F"/>
    <a:srgbClr val="160D3D"/>
    <a:srgbClr val="2FB5E8"/>
    <a:srgbClr val="273DD3"/>
    <a:srgbClr val="F2F2F2"/>
    <a:srgbClr val="27AE60"/>
    <a:srgbClr val="320CC9"/>
    <a:srgbClr val="FF5201"/>
    <a:srgbClr val="534AB7"/>
    <a:srgbClr val="2E50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Style clair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Style clair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Style léger 1 - Accentuation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Style léger 1 - Accentuation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Style moye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505E3EF-67EA-436B-97B2-0124C06EBD24}" styleName="Style moyen 4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72833802-FEF1-4C79-8D5D-14CF1EAF98D9}" styleName="Style léger 2 - Accentuation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4328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lorian Saubagnac" userId="ba059a44-5ec5-43c6-b683-922ba0191c92" providerId="ADAL" clId="{47050352-5C9D-4A76-BD32-3165DEE393B0}"/>
    <pc:docChg chg="undo custSel addSld modSld modSection">
      <pc:chgData name="Florian Saubagnac" userId="ba059a44-5ec5-43c6-b683-922ba0191c92" providerId="ADAL" clId="{47050352-5C9D-4A76-BD32-3165DEE393B0}" dt="2026-04-28T09:53:53.523" v="94" actId="20577"/>
      <pc:docMkLst>
        <pc:docMk/>
      </pc:docMkLst>
      <pc:sldChg chg="modSp mod">
        <pc:chgData name="Florian Saubagnac" userId="ba059a44-5ec5-43c6-b683-922ba0191c92" providerId="ADAL" clId="{47050352-5C9D-4A76-BD32-3165DEE393B0}" dt="2026-04-28T09:53:45.447" v="83" actId="20577"/>
        <pc:sldMkLst>
          <pc:docMk/>
          <pc:sldMk cId="2055436627" sldId="259"/>
        </pc:sldMkLst>
        <pc:spChg chg="mod">
          <ac:chgData name="Florian Saubagnac" userId="ba059a44-5ec5-43c6-b683-922ba0191c92" providerId="ADAL" clId="{47050352-5C9D-4A76-BD32-3165DEE393B0}" dt="2026-04-28T09:53:45.447" v="83" actId="20577"/>
          <ac:spMkLst>
            <pc:docMk/>
            <pc:sldMk cId="2055436627" sldId="259"/>
            <ac:spMk id="2" creationId="{38B05E45-A006-0AF9-3F34-8418CEF28D44}"/>
          </ac:spMkLst>
        </pc:spChg>
      </pc:sldChg>
      <pc:sldChg chg="modSp mod">
        <pc:chgData name="Florian Saubagnac" userId="ba059a44-5ec5-43c6-b683-922ba0191c92" providerId="ADAL" clId="{47050352-5C9D-4A76-BD32-3165DEE393B0}" dt="2026-04-28T09:07:34.103" v="27" actId="20577"/>
        <pc:sldMkLst>
          <pc:docMk/>
          <pc:sldMk cId="746656164" sldId="2147483549"/>
        </pc:sldMkLst>
        <pc:spChg chg="mod">
          <ac:chgData name="Florian Saubagnac" userId="ba059a44-5ec5-43c6-b683-922ba0191c92" providerId="ADAL" clId="{47050352-5C9D-4A76-BD32-3165DEE393B0}" dt="2026-04-28T09:07:34.103" v="27" actId="20577"/>
          <ac:spMkLst>
            <pc:docMk/>
            <pc:sldMk cId="746656164" sldId="2147483549"/>
            <ac:spMk id="22" creationId="{1A4A3A50-E32E-A34B-8DB5-1325F2F30F44}"/>
          </ac:spMkLst>
        </pc:spChg>
      </pc:sldChg>
      <pc:sldChg chg="modSp mod">
        <pc:chgData name="Florian Saubagnac" userId="ba059a44-5ec5-43c6-b683-922ba0191c92" providerId="ADAL" clId="{47050352-5C9D-4A76-BD32-3165DEE393B0}" dt="2026-04-28T08:18:28.178" v="17" actId="255"/>
        <pc:sldMkLst>
          <pc:docMk/>
          <pc:sldMk cId="2396477200" sldId="2147483565"/>
        </pc:sldMkLst>
        <pc:spChg chg="mod">
          <ac:chgData name="Florian Saubagnac" userId="ba059a44-5ec5-43c6-b683-922ba0191c92" providerId="ADAL" clId="{47050352-5C9D-4A76-BD32-3165DEE393B0}" dt="2026-04-28T08:17:51.318" v="13" actId="14100"/>
          <ac:spMkLst>
            <pc:docMk/>
            <pc:sldMk cId="2396477200" sldId="2147483565"/>
            <ac:spMk id="7" creationId="{80A78ED4-F947-0263-E516-508CD0F58BC9}"/>
          </ac:spMkLst>
        </pc:spChg>
        <pc:spChg chg="mod">
          <ac:chgData name="Florian Saubagnac" userId="ba059a44-5ec5-43c6-b683-922ba0191c92" providerId="ADAL" clId="{47050352-5C9D-4A76-BD32-3165DEE393B0}" dt="2026-04-28T08:17:41.724" v="11" actId="1036"/>
          <ac:spMkLst>
            <pc:docMk/>
            <pc:sldMk cId="2396477200" sldId="2147483565"/>
            <ac:spMk id="17" creationId="{83B04B90-F1FB-4147-E418-A9F9B5960837}"/>
          </ac:spMkLst>
        </pc:spChg>
        <pc:spChg chg="mod">
          <ac:chgData name="Florian Saubagnac" userId="ba059a44-5ec5-43c6-b683-922ba0191c92" providerId="ADAL" clId="{47050352-5C9D-4A76-BD32-3165DEE393B0}" dt="2026-04-28T08:18:28.178" v="17" actId="255"/>
          <ac:spMkLst>
            <pc:docMk/>
            <pc:sldMk cId="2396477200" sldId="2147483565"/>
            <ac:spMk id="18" creationId="{3C585730-AE33-91C4-E7F7-C1281F2E83A3}"/>
          </ac:spMkLst>
        </pc:spChg>
        <pc:spChg chg="mod">
          <ac:chgData name="Florian Saubagnac" userId="ba059a44-5ec5-43c6-b683-922ba0191c92" providerId="ADAL" clId="{47050352-5C9D-4A76-BD32-3165DEE393B0}" dt="2026-04-28T08:17:08.884" v="2" actId="404"/>
          <ac:spMkLst>
            <pc:docMk/>
            <pc:sldMk cId="2396477200" sldId="2147483565"/>
            <ac:spMk id="127" creationId="{B8F89493-450D-014D-A41E-92E492FEE66D}"/>
          </ac:spMkLst>
        </pc:spChg>
        <pc:spChg chg="mod">
          <ac:chgData name="Florian Saubagnac" userId="ba059a44-5ec5-43c6-b683-922ba0191c92" providerId="ADAL" clId="{47050352-5C9D-4A76-BD32-3165DEE393B0}" dt="2026-04-28T08:17:11.324" v="3" actId="404"/>
          <ac:spMkLst>
            <pc:docMk/>
            <pc:sldMk cId="2396477200" sldId="2147483565"/>
            <ac:spMk id="137" creationId="{3F2D2254-CAE3-72D2-0F6D-CE62C5EE7EA3}"/>
          </ac:spMkLst>
        </pc:spChg>
      </pc:sldChg>
      <pc:sldChg chg="modSp mod">
        <pc:chgData name="Florian Saubagnac" userId="ba059a44-5ec5-43c6-b683-922ba0191c92" providerId="ADAL" clId="{47050352-5C9D-4A76-BD32-3165DEE393B0}" dt="2026-04-28T09:08:45.179" v="28" actId="1076"/>
        <pc:sldMkLst>
          <pc:docMk/>
          <pc:sldMk cId="184757139" sldId="2147483569"/>
        </pc:sldMkLst>
        <pc:spChg chg="mod">
          <ac:chgData name="Florian Saubagnac" userId="ba059a44-5ec5-43c6-b683-922ba0191c92" providerId="ADAL" clId="{47050352-5C9D-4A76-BD32-3165DEE393B0}" dt="2026-04-28T09:03:26.658" v="20" actId="20577"/>
          <ac:spMkLst>
            <pc:docMk/>
            <pc:sldMk cId="184757139" sldId="2147483569"/>
            <ac:spMk id="7" creationId="{73AE3F17-BBA1-FB44-8ACA-E25864AB691B}"/>
          </ac:spMkLst>
        </pc:spChg>
        <pc:spChg chg="mod">
          <ac:chgData name="Florian Saubagnac" userId="ba059a44-5ec5-43c6-b683-922ba0191c92" providerId="ADAL" clId="{47050352-5C9D-4A76-BD32-3165DEE393B0}" dt="2026-04-28T09:08:45.179" v="28" actId="1076"/>
          <ac:spMkLst>
            <pc:docMk/>
            <pc:sldMk cId="184757139" sldId="2147483569"/>
            <ac:spMk id="18" creationId="{2E84556F-FD63-6540-882A-E00D4F297DF4}"/>
          </ac:spMkLst>
        </pc:spChg>
        <pc:spChg chg="mod">
          <ac:chgData name="Florian Saubagnac" userId="ba059a44-5ec5-43c6-b683-922ba0191c92" providerId="ADAL" clId="{47050352-5C9D-4A76-BD32-3165DEE393B0}" dt="2026-04-28T09:03:48.231" v="25" actId="20577"/>
          <ac:spMkLst>
            <pc:docMk/>
            <pc:sldMk cId="184757139" sldId="2147483569"/>
            <ac:spMk id="23" creationId="{EBF77C4C-E6A0-8544-AC2F-733FCE974412}"/>
          </ac:spMkLst>
        </pc:spChg>
      </pc:sldChg>
      <pc:sldChg chg="addSp delSp modSp add mod">
        <pc:chgData name="Florian Saubagnac" userId="ba059a44-5ec5-43c6-b683-922ba0191c92" providerId="ADAL" clId="{47050352-5C9D-4A76-BD32-3165DEE393B0}" dt="2026-04-28T09:53:53.523" v="94" actId="20577"/>
        <pc:sldMkLst>
          <pc:docMk/>
          <pc:sldMk cId="3172185550" sldId="2147483643"/>
        </pc:sldMkLst>
        <pc:spChg chg="mod">
          <ac:chgData name="Florian Saubagnac" userId="ba059a44-5ec5-43c6-b683-922ba0191c92" providerId="ADAL" clId="{47050352-5C9D-4A76-BD32-3165DEE393B0}" dt="2026-04-28T09:53:53.523" v="94" actId="20577"/>
          <ac:spMkLst>
            <pc:docMk/>
            <pc:sldMk cId="3172185550" sldId="2147483643"/>
            <ac:spMk id="2" creationId="{98DDFDE4-C85A-9CF2-A40F-7CB65372FAE3}"/>
          </ac:spMkLst>
        </pc:spChg>
        <pc:picChg chg="add mod">
          <ac:chgData name="Florian Saubagnac" userId="ba059a44-5ec5-43c6-b683-922ba0191c92" providerId="ADAL" clId="{47050352-5C9D-4A76-BD32-3165DEE393B0}" dt="2026-04-28T09:53:02.727" v="66" actId="1038"/>
          <ac:picMkLst>
            <pc:docMk/>
            <pc:sldMk cId="3172185550" sldId="2147483643"/>
            <ac:picMk id="9" creationId="{81FDF093-F1B6-1AF8-EBC3-A4C6088A95B3}"/>
          </ac:picMkLst>
        </pc:picChg>
      </pc:sldChg>
    </pc:docChg>
  </pc:docChgLst>
  <pc:docChgLst>
    <pc:chgData name="Julien Jouclard" userId="98db8fe4-ea9c-4e22-864b-fb0378e07163" providerId="ADAL" clId="{C4C66FCD-A974-4F25-B7CA-A81E2B85A6DB}"/>
    <pc:docChg chg="custSel addSld delSld modSld modSection">
      <pc:chgData name="Julien Jouclard" userId="98db8fe4-ea9c-4e22-864b-fb0378e07163" providerId="ADAL" clId="{C4C66FCD-A974-4F25-B7CA-A81E2B85A6DB}" dt="2026-05-08T20:20:58.956" v="487" actId="729"/>
      <pc:docMkLst>
        <pc:docMk/>
      </pc:docMkLst>
      <pc:sldChg chg="mod modShow">
        <pc:chgData name="Julien Jouclard" userId="98db8fe4-ea9c-4e22-864b-fb0378e07163" providerId="ADAL" clId="{C4C66FCD-A974-4F25-B7CA-A81E2B85A6DB}" dt="2026-05-08T20:20:58.956" v="487" actId="729"/>
        <pc:sldMkLst>
          <pc:docMk/>
          <pc:sldMk cId="487827709" sldId="256"/>
        </pc:sldMkLst>
      </pc:sldChg>
      <pc:sldChg chg="delSp modSp add mod">
        <pc:chgData name="Julien Jouclard" userId="98db8fe4-ea9c-4e22-864b-fb0378e07163" providerId="ADAL" clId="{C4C66FCD-A974-4F25-B7CA-A81E2B85A6DB}" dt="2026-04-28T08:58:24.952" v="38" actId="478"/>
        <pc:sldMkLst>
          <pc:docMk/>
          <pc:sldMk cId="2055436627" sldId="259"/>
        </pc:sldMkLst>
      </pc:sldChg>
      <pc:sldChg chg="mod modShow">
        <pc:chgData name="Julien Jouclard" userId="98db8fe4-ea9c-4e22-864b-fb0378e07163" providerId="ADAL" clId="{C4C66FCD-A974-4F25-B7CA-A81E2B85A6DB}" dt="2026-05-08T20:20:58.956" v="487" actId="729"/>
        <pc:sldMkLst>
          <pc:docMk/>
          <pc:sldMk cId="1021256573" sldId="274"/>
        </pc:sldMkLst>
      </pc:sldChg>
      <pc:sldChg chg="mod modShow">
        <pc:chgData name="Julien Jouclard" userId="98db8fe4-ea9c-4e22-864b-fb0378e07163" providerId="ADAL" clId="{C4C66FCD-A974-4F25-B7CA-A81E2B85A6DB}" dt="2026-05-08T20:20:58.956" v="487" actId="729"/>
        <pc:sldMkLst>
          <pc:docMk/>
          <pc:sldMk cId="920355156" sldId="2142533232"/>
        </pc:sldMkLst>
      </pc:sldChg>
      <pc:sldChg chg="mod modShow">
        <pc:chgData name="Julien Jouclard" userId="98db8fe4-ea9c-4e22-864b-fb0378e07163" providerId="ADAL" clId="{C4C66FCD-A974-4F25-B7CA-A81E2B85A6DB}" dt="2026-05-08T20:20:58.956" v="487" actId="729"/>
        <pc:sldMkLst>
          <pc:docMk/>
          <pc:sldMk cId="129532446" sldId="2147483191"/>
        </pc:sldMkLst>
      </pc:sldChg>
      <pc:sldChg chg="mod modShow">
        <pc:chgData name="Julien Jouclard" userId="98db8fe4-ea9c-4e22-864b-fb0378e07163" providerId="ADAL" clId="{C4C66FCD-A974-4F25-B7CA-A81E2B85A6DB}" dt="2026-05-08T20:20:58.956" v="487" actId="729"/>
        <pc:sldMkLst>
          <pc:docMk/>
          <pc:sldMk cId="2196321924" sldId="2147483224"/>
        </pc:sldMkLst>
      </pc:sldChg>
      <pc:sldChg chg="mod modShow">
        <pc:chgData name="Julien Jouclard" userId="98db8fe4-ea9c-4e22-864b-fb0378e07163" providerId="ADAL" clId="{C4C66FCD-A974-4F25-B7CA-A81E2B85A6DB}" dt="2026-05-08T20:20:58.956" v="487" actId="729"/>
        <pc:sldMkLst>
          <pc:docMk/>
          <pc:sldMk cId="1965380521" sldId="2147483237"/>
        </pc:sldMkLst>
      </pc:sldChg>
      <pc:sldChg chg="mod modShow">
        <pc:chgData name="Julien Jouclard" userId="98db8fe4-ea9c-4e22-864b-fb0378e07163" providerId="ADAL" clId="{C4C66FCD-A974-4F25-B7CA-A81E2B85A6DB}" dt="2026-05-08T20:20:58.956" v="487" actId="729"/>
        <pc:sldMkLst>
          <pc:docMk/>
          <pc:sldMk cId="2202124557" sldId="2147483238"/>
        </pc:sldMkLst>
      </pc:sldChg>
      <pc:sldChg chg="mod modShow">
        <pc:chgData name="Julien Jouclard" userId="98db8fe4-ea9c-4e22-864b-fb0378e07163" providerId="ADAL" clId="{C4C66FCD-A974-4F25-B7CA-A81E2B85A6DB}" dt="2026-05-08T20:20:58.956" v="487" actId="729"/>
        <pc:sldMkLst>
          <pc:docMk/>
          <pc:sldMk cId="2103816552" sldId="2147483239"/>
        </pc:sldMkLst>
      </pc:sldChg>
      <pc:sldChg chg="mod modShow">
        <pc:chgData name="Julien Jouclard" userId="98db8fe4-ea9c-4e22-864b-fb0378e07163" providerId="ADAL" clId="{C4C66FCD-A974-4F25-B7CA-A81E2B85A6DB}" dt="2026-05-08T20:20:58.956" v="487" actId="729"/>
        <pc:sldMkLst>
          <pc:docMk/>
          <pc:sldMk cId="563966335" sldId="2147483407"/>
        </pc:sldMkLst>
      </pc:sldChg>
      <pc:sldChg chg="modSp mod">
        <pc:chgData name="Julien Jouclard" userId="98db8fe4-ea9c-4e22-864b-fb0378e07163" providerId="ADAL" clId="{C4C66FCD-A974-4F25-B7CA-A81E2B85A6DB}" dt="2026-04-28T07:04:22.940" v="31" actId="20577"/>
        <pc:sldMkLst>
          <pc:docMk/>
          <pc:sldMk cId="2658915922" sldId="2147483553"/>
        </pc:sldMkLst>
        <pc:spChg chg="mod">
          <ac:chgData name="Julien Jouclard" userId="98db8fe4-ea9c-4e22-864b-fb0378e07163" providerId="ADAL" clId="{C4C66FCD-A974-4F25-B7CA-A81E2B85A6DB}" dt="2026-04-28T07:04:17.354" v="27" actId="20577"/>
          <ac:spMkLst>
            <pc:docMk/>
            <pc:sldMk cId="2658915922" sldId="2147483553"/>
            <ac:spMk id="102" creationId="{00000000-0000-0000-0000-000000000000}"/>
          </ac:spMkLst>
        </pc:spChg>
        <pc:spChg chg="mod">
          <ac:chgData name="Julien Jouclard" userId="98db8fe4-ea9c-4e22-864b-fb0378e07163" providerId="ADAL" clId="{C4C66FCD-A974-4F25-B7CA-A81E2B85A6DB}" dt="2026-04-28T07:04:20.160" v="29" actId="20577"/>
          <ac:spMkLst>
            <pc:docMk/>
            <pc:sldMk cId="2658915922" sldId="2147483553"/>
            <ac:spMk id="104" creationId="{00000000-0000-0000-0000-000000000000}"/>
          </ac:spMkLst>
        </pc:spChg>
        <pc:spChg chg="mod">
          <ac:chgData name="Julien Jouclard" userId="98db8fe4-ea9c-4e22-864b-fb0378e07163" providerId="ADAL" clId="{C4C66FCD-A974-4F25-B7CA-A81E2B85A6DB}" dt="2026-04-28T07:04:22.940" v="31" actId="20577"/>
          <ac:spMkLst>
            <pc:docMk/>
            <pc:sldMk cId="2658915922" sldId="2147483553"/>
            <ac:spMk id="106" creationId="{00000000-0000-0000-0000-000000000000}"/>
          </ac:spMkLst>
        </pc:spChg>
      </pc:sldChg>
      <pc:sldChg chg="modSp mod">
        <pc:chgData name="Julien Jouclard" userId="98db8fe4-ea9c-4e22-864b-fb0378e07163" providerId="ADAL" clId="{C4C66FCD-A974-4F25-B7CA-A81E2B85A6DB}" dt="2026-04-28T07:02:50.654" v="23" actId="20577"/>
        <pc:sldMkLst>
          <pc:docMk/>
          <pc:sldMk cId="953138533" sldId="2147483559"/>
        </pc:sldMkLst>
        <pc:spChg chg="mod">
          <ac:chgData name="Julien Jouclard" userId="98db8fe4-ea9c-4e22-864b-fb0378e07163" providerId="ADAL" clId="{C4C66FCD-A974-4F25-B7CA-A81E2B85A6DB}" dt="2026-04-28T07:02:46.425" v="19" actId="20577"/>
          <ac:spMkLst>
            <pc:docMk/>
            <pc:sldMk cId="953138533" sldId="2147483559"/>
            <ac:spMk id="28" creationId="{EABBD509-4C0B-3E98-D158-9CAD6A129926}"/>
          </ac:spMkLst>
        </pc:spChg>
        <pc:spChg chg="mod">
          <ac:chgData name="Julien Jouclard" userId="98db8fe4-ea9c-4e22-864b-fb0378e07163" providerId="ADAL" clId="{C4C66FCD-A974-4F25-B7CA-A81E2B85A6DB}" dt="2026-04-28T07:02:48.319" v="21" actId="20577"/>
          <ac:spMkLst>
            <pc:docMk/>
            <pc:sldMk cId="953138533" sldId="2147483559"/>
            <ac:spMk id="30" creationId="{17EEEC13-F570-8E9A-6C7B-AB7C0F1FC4C5}"/>
          </ac:spMkLst>
        </pc:spChg>
        <pc:spChg chg="mod">
          <ac:chgData name="Julien Jouclard" userId="98db8fe4-ea9c-4e22-864b-fb0378e07163" providerId="ADAL" clId="{C4C66FCD-A974-4F25-B7CA-A81E2B85A6DB}" dt="2026-04-28T07:02:50.654" v="23" actId="20577"/>
          <ac:spMkLst>
            <pc:docMk/>
            <pc:sldMk cId="953138533" sldId="2147483559"/>
            <ac:spMk id="32" creationId="{FEFFE81F-8451-F76B-EB72-B44880E64DDE}"/>
          </ac:spMkLst>
        </pc:spChg>
      </pc:sldChg>
      <pc:sldChg chg="addSp delSp modSp mod">
        <pc:chgData name="Julien Jouclard" userId="98db8fe4-ea9c-4e22-864b-fb0378e07163" providerId="ADAL" clId="{C4C66FCD-A974-4F25-B7CA-A81E2B85A6DB}" dt="2026-04-28T10:54:16.042" v="443" actId="113"/>
        <pc:sldMkLst>
          <pc:docMk/>
          <pc:sldMk cId="2912294666" sldId="2147483562"/>
        </pc:sldMkLst>
        <pc:spChg chg="add mod">
          <ac:chgData name="Julien Jouclard" userId="98db8fe4-ea9c-4e22-864b-fb0378e07163" providerId="ADAL" clId="{C4C66FCD-A974-4F25-B7CA-A81E2B85A6DB}" dt="2026-04-28T10:53:41.048" v="441" actId="1076"/>
          <ac:spMkLst>
            <pc:docMk/>
            <pc:sldMk cId="2912294666" sldId="2147483562"/>
            <ac:spMk id="5" creationId="{A82C6940-3538-9F9D-B015-C24F772BEE82}"/>
          </ac:spMkLst>
        </pc:spChg>
        <pc:spChg chg="add mod">
          <ac:chgData name="Julien Jouclard" userId="98db8fe4-ea9c-4e22-864b-fb0378e07163" providerId="ADAL" clId="{C4C66FCD-A974-4F25-B7CA-A81E2B85A6DB}" dt="2026-04-28T10:53:41.048" v="441" actId="1076"/>
          <ac:spMkLst>
            <pc:docMk/>
            <pc:sldMk cId="2912294666" sldId="2147483562"/>
            <ac:spMk id="10" creationId="{F8F1A7A6-BD93-C090-60C8-718867227903}"/>
          </ac:spMkLst>
        </pc:spChg>
        <pc:spChg chg="add mod">
          <ac:chgData name="Julien Jouclard" userId="98db8fe4-ea9c-4e22-864b-fb0378e07163" providerId="ADAL" clId="{C4C66FCD-A974-4F25-B7CA-A81E2B85A6DB}" dt="2026-04-28T10:54:16.042" v="443" actId="113"/>
          <ac:spMkLst>
            <pc:docMk/>
            <pc:sldMk cId="2912294666" sldId="2147483562"/>
            <ac:spMk id="30" creationId="{D7C889E1-7486-BD03-BD17-D47A388FB796}"/>
          </ac:spMkLst>
        </pc:spChg>
        <pc:picChg chg="add mod ord modCrop">
          <ac:chgData name="Julien Jouclard" userId="98db8fe4-ea9c-4e22-864b-fb0378e07163" providerId="ADAL" clId="{C4C66FCD-A974-4F25-B7CA-A81E2B85A6DB}" dt="2026-04-28T10:53:41.048" v="441" actId="1076"/>
          <ac:picMkLst>
            <pc:docMk/>
            <pc:sldMk cId="2912294666" sldId="2147483562"/>
            <ac:picMk id="4" creationId="{7F8A80B4-E57A-094B-29AC-20FB27E7DD77}"/>
          </ac:picMkLst>
        </pc:picChg>
      </pc:sldChg>
      <pc:sldChg chg="modSp mod">
        <pc:chgData name="Julien Jouclard" userId="98db8fe4-ea9c-4e22-864b-fb0378e07163" providerId="ADAL" clId="{C4C66FCD-A974-4F25-B7CA-A81E2B85A6DB}" dt="2026-04-28T07:19:43.871" v="35" actId="14100"/>
        <pc:sldMkLst>
          <pc:docMk/>
          <pc:sldMk cId="2396477200" sldId="2147483565"/>
        </pc:sldMkLst>
        <pc:spChg chg="mod">
          <ac:chgData name="Julien Jouclard" userId="98db8fe4-ea9c-4e22-864b-fb0378e07163" providerId="ADAL" clId="{C4C66FCD-A974-4F25-B7CA-A81E2B85A6DB}" dt="2026-04-28T07:19:39.961" v="34" actId="14100"/>
          <ac:spMkLst>
            <pc:docMk/>
            <pc:sldMk cId="2396477200" sldId="2147483565"/>
            <ac:spMk id="127" creationId="{B8F89493-450D-014D-A41E-92E492FEE66D}"/>
          </ac:spMkLst>
        </pc:spChg>
        <pc:spChg chg="mod">
          <ac:chgData name="Julien Jouclard" userId="98db8fe4-ea9c-4e22-864b-fb0378e07163" providerId="ADAL" clId="{C4C66FCD-A974-4F25-B7CA-A81E2B85A6DB}" dt="2026-04-28T07:19:43.871" v="35" actId="14100"/>
          <ac:spMkLst>
            <pc:docMk/>
            <pc:sldMk cId="2396477200" sldId="2147483565"/>
            <ac:spMk id="137" creationId="{3F2D2254-CAE3-72D2-0F6D-CE62C5EE7EA3}"/>
          </ac:spMkLst>
        </pc:spChg>
      </pc:sldChg>
      <pc:sldChg chg="modSp mod">
        <pc:chgData name="Julien Jouclard" userId="98db8fe4-ea9c-4e22-864b-fb0378e07163" providerId="ADAL" clId="{C4C66FCD-A974-4F25-B7CA-A81E2B85A6DB}" dt="2026-04-28T11:24:20.432" v="486" actId="20577"/>
        <pc:sldMkLst>
          <pc:docMk/>
          <pc:sldMk cId="3881112002" sldId="2147483572"/>
        </pc:sldMkLst>
        <pc:spChg chg="mod">
          <ac:chgData name="Julien Jouclard" userId="98db8fe4-ea9c-4e22-864b-fb0378e07163" providerId="ADAL" clId="{C4C66FCD-A974-4F25-B7CA-A81E2B85A6DB}" dt="2026-04-28T11:24:15.085" v="479" actId="20577"/>
          <ac:spMkLst>
            <pc:docMk/>
            <pc:sldMk cId="3881112002" sldId="2147483572"/>
            <ac:spMk id="7" creationId="{1123E177-10AB-DA0A-8B48-E94D4F0A4FD2}"/>
          </ac:spMkLst>
        </pc:spChg>
        <pc:spChg chg="mod">
          <ac:chgData name="Julien Jouclard" userId="98db8fe4-ea9c-4e22-864b-fb0378e07163" providerId="ADAL" clId="{C4C66FCD-A974-4F25-B7CA-A81E2B85A6DB}" dt="2026-04-28T11:24:20.432" v="486" actId="20577"/>
          <ac:spMkLst>
            <pc:docMk/>
            <pc:sldMk cId="3881112002" sldId="2147483572"/>
            <ac:spMk id="33" creationId="{613A3A7F-4B78-C871-FEC0-8DA258FB5C42}"/>
          </ac:spMkLst>
        </pc:spChg>
      </pc:sldChg>
      <pc:sldChg chg="mod modShow">
        <pc:chgData name="Julien Jouclard" userId="98db8fe4-ea9c-4e22-864b-fb0378e07163" providerId="ADAL" clId="{C4C66FCD-A974-4F25-B7CA-A81E2B85A6DB}" dt="2026-05-08T20:20:58.956" v="487" actId="729"/>
        <pc:sldMkLst>
          <pc:docMk/>
          <pc:sldMk cId="444006002" sldId="2147483633"/>
        </pc:sldMkLst>
      </pc:sldChg>
      <pc:sldChg chg="mod modShow">
        <pc:chgData name="Julien Jouclard" userId="98db8fe4-ea9c-4e22-864b-fb0378e07163" providerId="ADAL" clId="{C4C66FCD-A974-4F25-B7CA-A81E2B85A6DB}" dt="2026-05-08T20:20:58.956" v="487" actId="729"/>
        <pc:sldMkLst>
          <pc:docMk/>
          <pc:sldMk cId="326664288" sldId="2147483634"/>
        </pc:sldMkLst>
      </pc:sldChg>
      <pc:sldChg chg="mod modShow">
        <pc:chgData name="Julien Jouclard" userId="98db8fe4-ea9c-4e22-864b-fb0378e07163" providerId="ADAL" clId="{C4C66FCD-A974-4F25-B7CA-A81E2B85A6DB}" dt="2026-05-08T20:20:58.956" v="487" actId="729"/>
        <pc:sldMkLst>
          <pc:docMk/>
          <pc:sldMk cId="724174465" sldId="2147483636"/>
        </pc:sldMkLst>
      </pc:sldChg>
      <pc:sldChg chg="mod modShow">
        <pc:chgData name="Julien Jouclard" userId="98db8fe4-ea9c-4e22-864b-fb0378e07163" providerId="ADAL" clId="{C4C66FCD-A974-4F25-B7CA-A81E2B85A6DB}" dt="2026-05-08T20:20:58.956" v="487" actId="729"/>
        <pc:sldMkLst>
          <pc:docMk/>
          <pc:sldMk cId="1490289146" sldId="2147483637"/>
        </pc:sldMkLst>
      </pc:sldChg>
      <pc:sldChg chg="mod modShow">
        <pc:chgData name="Julien Jouclard" userId="98db8fe4-ea9c-4e22-864b-fb0378e07163" providerId="ADAL" clId="{C4C66FCD-A974-4F25-B7CA-A81E2B85A6DB}" dt="2026-05-08T20:20:58.956" v="487" actId="729"/>
        <pc:sldMkLst>
          <pc:docMk/>
          <pc:sldMk cId="839123463" sldId="2147483638"/>
        </pc:sldMkLst>
      </pc:sldChg>
      <pc:sldChg chg="modSp add mod">
        <pc:chgData name="Julien Jouclard" userId="98db8fe4-ea9c-4e22-864b-fb0378e07163" providerId="ADAL" clId="{C4C66FCD-A974-4F25-B7CA-A81E2B85A6DB}" dt="2026-04-28T09:32:04.126" v="290" actId="20577"/>
        <pc:sldMkLst>
          <pc:docMk/>
          <pc:sldMk cId="1756896844" sldId="2147483641"/>
        </pc:sldMkLst>
        <pc:spChg chg="mod">
          <ac:chgData name="Julien Jouclard" userId="98db8fe4-ea9c-4e22-864b-fb0378e07163" providerId="ADAL" clId="{C4C66FCD-A974-4F25-B7CA-A81E2B85A6DB}" dt="2026-04-28T09:15:16.144" v="51" actId="20577"/>
          <ac:spMkLst>
            <pc:docMk/>
            <pc:sldMk cId="1756896844" sldId="2147483641"/>
            <ac:spMk id="21" creationId="{6910ECDF-4E36-064E-BD04-70A826D050F5}"/>
          </ac:spMkLst>
        </pc:spChg>
        <pc:spChg chg="mod">
          <ac:chgData name="Julien Jouclard" userId="98db8fe4-ea9c-4e22-864b-fb0378e07163" providerId="ADAL" clId="{C4C66FCD-A974-4F25-B7CA-A81E2B85A6DB}" dt="2026-04-28T09:15:54.742" v="60" actId="20577"/>
          <ac:spMkLst>
            <pc:docMk/>
            <pc:sldMk cId="1756896844" sldId="2147483641"/>
            <ac:spMk id="100" creationId="{00000000-0000-0000-0000-000000000000}"/>
          </ac:spMkLst>
        </pc:spChg>
        <pc:spChg chg="mod">
          <ac:chgData name="Julien Jouclard" userId="98db8fe4-ea9c-4e22-864b-fb0378e07163" providerId="ADAL" clId="{C4C66FCD-A974-4F25-B7CA-A81E2B85A6DB}" dt="2026-04-28T09:32:04.126" v="290" actId="20577"/>
          <ac:spMkLst>
            <pc:docMk/>
            <pc:sldMk cId="1756896844" sldId="2147483641"/>
            <ac:spMk id="101" creationId="{00000000-0000-0000-0000-000000000000}"/>
          </ac:spMkLst>
        </pc:spChg>
      </pc:sldChg>
      <pc:sldChg chg="addSp delSp modSp add mod">
        <pc:chgData name="Julien Jouclard" userId="98db8fe4-ea9c-4e22-864b-fb0378e07163" providerId="ADAL" clId="{C4C66FCD-A974-4F25-B7CA-A81E2B85A6DB}" dt="2026-04-28T09:27:28.987" v="289" actId="20577"/>
        <pc:sldMkLst>
          <pc:docMk/>
          <pc:sldMk cId="759448111" sldId="2147483642"/>
        </pc:sldMkLst>
        <pc:spChg chg="mod">
          <ac:chgData name="Julien Jouclard" userId="98db8fe4-ea9c-4e22-864b-fb0378e07163" providerId="ADAL" clId="{C4C66FCD-A974-4F25-B7CA-A81E2B85A6DB}" dt="2026-04-28T09:24:20.004" v="221" actId="14100"/>
          <ac:spMkLst>
            <pc:docMk/>
            <pc:sldMk cId="759448111" sldId="2147483642"/>
            <ac:spMk id="4" creationId="{C1B9439C-EC2F-E5F1-32AE-D7EB4B9FBC3F}"/>
          </ac:spMkLst>
        </pc:spChg>
        <pc:spChg chg="mod">
          <ac:chgData name="Julien Jouclard" userId="98db8fe4-ea9c-4e22-864b-fb0378e07163" providerId="ADAL" clId="{C4C66FCD-A974-4F25-B7CA-A81E2B85A6DB}" dt="2026-04-28T09:24:45.397" v="240" actId="14100"/>
          <ac:spMkLst>
            <pc:docMk/>
            <pc:sldMk cId="759448111" sldId="2147483642"/>
            <ac:spMk id="10" creationId="{3FF29A8D-4ED2-517E-D5C0-8104BD8A2E34}"/>
          </ac:spMkLst>
        </pc:spChg>
        <pc:spChg chg="mod">
          <ac:chgData name="Julien Jouclard" userId="98db8fe4-ea9c-4e22-864b-fb0378e07163" providerId="ADAL" clId="{C4C66FCD-A974-4F25-B7CA-A81E2B85A6DB}" dt="2026-04-28T09:21:01.457" v="158" actId="20577"/>
          <ac:spMkLst>
            <pc:docMk/>
            <pc:sldMk cId="759448111" sldId="2147483642"/>
            <ac:spMk id="16" creationId="{EB863819-28C1-0F3D-C91A-7901BD8EE8C7}"/>
          </ac:spMkLst>
        </pc:spChg>
        <pc:spChg chg="mod">
          <ac:chgData name="Julien Jouclard" userId="98db8fe4-ea9c-4e22-864b-fb0378e07163" providerId="ADAL" clId="{C4C66FCD-A974-4F25-B7CA-A81E2B85A6DB}" dt="2026-04-28T09:24:15.237" v="219" actId="14100"/>
          <ac:spMkLst>
            <pc:docMk/>
            <pc:sldMk cId="759448111" sldId="2147483642"/>
            <ac:spMk id="20" creationId="{F3864DFA-EA20-2E3A-87EF-2277AC819BA7}"/>
          </ac:spMkLst>
        </pc:spChg>
        <pc:spChg chg="mod">
          <ac:chgData name="Julien Jouclard" userId="98db8fe4-ea9c-4e22-864b-fb0378e07163" providerId="ADAL" clId="{C4C66FCD-A974-4F25-B7CA-A81E2B85A6DB}" dt="2026-04-28T09:27:28.987" v="289" actId="20577"/>
          <ac:spMkLst>
            <pc:docMk/>
            <pc:sldMk cId="759448111" sldId="2147483642"/>
            <ac:spMk id="21" creationId="{2966B037-D17A-37D5-94CD-1FEA33EB524F}"/>
          </ac:spMkLst>
        </pc:spChg>
        <pc:spChg chg="mod">
          <ac:chgData name="Julien Jouclard" userId="98db8fe4-ea9c-4e22-864b-fb0378e07163" providerId="ADAL" clId="{C4C66FCD-A974-4F25-B7CA-A81E2B85A6DB}" dt="2026-04-28T09:23:24.355" v="188" actId="108"/>
          <ac:spMkLst>
            <pc:docMk/>
            <pc:sldMk cId="759448111" sldId="2147483642"/>
            <ac:spMk id="33" creationId="{46321A32-1050-E6D4-7380-EFFBF5F5334B}"/>
          </ac:spMkLst>
        </pc:spChg>
        <pc:spChg chg="mod">
          <ac:chgData name="Julien Jouclard" userId="98db8fe4-ea9c-4e22-864b-fb0378e07163" providerId="ADAL" clId="{C4C66FCD-A974-4F25-B7CA-A81E2B85A6DB}" dt="2026-04-28T09:17:54.985" v="86"/>
          <ac:spMkLst>
            <pc:docMk/>
            <pc:sldMk cId="759448111" sldId="2147483642"/>
            <ac:spMk id="37" creationId="{F1351760-276C-953C-9B9F-54651AA56522}"/>
          </ac:spMkLst>
        </pc:spChg>
        <pc:spChg chg="mod">
          <ac:chgData name="Julien Jouclard" userId="98db8fe4-ea9c-4e22-864b-fb0378e07163" providerId="ADAL" clId="{C4C66FCD-A974-4F25-B7CA-A81E2B85A6DB}" dt="2026-04-28T09:20:54.455" v="150" actId="20577"/>
          <ac:spMkLst>
            <pc:docMk/>
            <pc:sldMk cId="759448111" sldId="2147483642"/>
            <ac:spMk id="38" creationId="{3820F292-D57E-DCE1-3658-EDD9C0B31919}"/>
          </ac:spMkLst>
        </pc:spChg>
        <pc:picChg chg="add mod">
          <ac:chgData name="Julien Jouclard" userId="98db8fe4-ea9c-4e22-864b-fb0378e07163" providerId="ADAL" clId="{C4C66FCD-A974-4F25-B7CA-A81E2B85A6DB}" dt="2026-04-28T09:19:27.419" v="93" actId="1076"/>
          <ac:picMkLst>
            <pc:docMk/>
            <pc:sldMk cId="759448111" sldId="2147483642"/>
            <ac:picMk id="2" creationId="{3DC7BC0A-67D4-F447-F29C-BDA111C1BD6B}"/>
          </ac:picMkLst>
        </pc:picChg>
      </pc:sldChg>
      <pc:sldChg chg="modSp add mod">
        <pc:chgData name="Julien Jouclard" userId="98db8fe4-ea9c-4e22-864b-fb0378e07163" providerId="ADAL" clId="{C4C66FCD-A974-4F25-B7CA-A81E2B85A6DB}" dt="2026-04-28T10:08:03.315" v="294" actId="14826"/>
        <pc:sldMkLst>
          <pc:docMk/>
          <pc:sldMk cId="1444656057" sldId="2147483644"/>
        </pc:sldMkLst>
        <pc:picChg chg="mod">
          <ac:chgData name="Julien Jouclard" userId="98db8fe4-ea9c-4e22-864b-fb0378e07163" providerId="ADAL" clId="{C4C66FCD-A974-4F25-B7CA-A81E2B85A6DB}" dt="2026-04-28T10:08:03.315" v="294" actId="14826"/>
          <ac:picMkLst>
            <pc:docMk/>
            <pc:sldMk cId="1444656057" sldId="2147483644"/>
            <ac:picMk id="9" creationId="{4897741B-4189-2952-7D0D-5389A679C080}"/>
          </ac:picMkLst>
        </pc:picChg>
      </pc:sldChg>
      <pc:sldMasterChg chg="delSldLayout">
        <pc:chgData name="Julien Jouclard" userId="98db8fe4-ea9c-4e22-864b-fb0378e07163" providerId="ADAL" clId="{C4C66FCD-A974-4F25-B7CA-A81E2B85A6DB}" dt="2026-04-28T10:08:06.957" v="295" actId="47"/>
        <pc:sldMasterMkLst>
          <pc:docMk/>
          <pc:sldMasterMk cId="99600480" sldId="2147484873"/>
        </pc:sldMasterMkLst>
      </pc:sldMasterChg>
    </pc:docChg>
  </pc:docChgLst>
  <pc:docChgLst>
    <pc:chgData name="Gabriel JULIEN" userId="e50c932d-b186-489d-8d71-aba54feca4d5" providerId="ADAL" clId="{F3543349-E7C9-5F90-A868-F12F66B704B2}"/>
    <pc:docChg chg="undo custSel addSld delSld modSld sldOrd addMainMaster delMainMaster modMainMaster modSection">
      <pc:chgData name="Gabriel JULIEN" userId="e50c932d-b186-489d-8d71-aba54feca4d5" providerId="ADAL" clId="{F3543349-E7C9-5F90-A868-F12F66B704B2}" dt="2026-04-28T10:17:30.205" v="3388" actId="20578"/>
      <pc:docMkLst>
        <pc:docMk/>
      </pc:docMkLst>
      <pc:sldChg chg="delSp modSp add mod">
        <pc:chgData name="Gabriel JULIEN" userId="e50c932d-b186-489d-8d71-aba54feca4d5" providerId="ADAL" clId="{F3543349-E7C9-5F90-A868-F12F66B704B2}" dt="2026-04-28T09:20:43.568" v="2130" actId="1035"/>
        <pc:sldMkLst>
          <pc:docMk/>
          <pc:sldMk cId="487827709" sldId="256"/>
        </pc:sldMkLst>
        <pc:spChg chg="mod">
          <ac:chgData name="Gabriel JULIEN" userId="e50c932d-b186-489d-8d71-aba54feca4d5" providerId="ADAL" clId="{F3543349-E7C9-5F90-A868-F12F66B704B2}" dt="2026-04-28T09:20:43.568" v="2130" actId="1035"/>
          <ac:spMkLst>
            <pc:docMk/>
            <pc:sldMk cId="487827709" sldId="256"/>
            <ac:spMk id="16" creationId="{EA1DDF8C-49C4-48CD-8DF3-797D0E0E3C31}"/>
          </ac:spMkLst>
        </pc:spChg>
      </pc:sldChg>
      <pc:sldChg chg="modSp mod ord">
        <pc:chgData name="Gabriel JULIEN" userId="e50c932d-b186-489d-8d71-aba54feca4d5" providerId="ADAL" clId="{F3543349-E7C9-5F90-A868-F12F66B704B2}" dt="2026-04-28T10:17:30.205" v="3388" actId="20578"/>
        <pc:sldMkLst>
          <pc:docMk/>
          <pc:sldMk cId="2055436627" sldId="259"/>
        </pc:sldMkLst>
        <pc:spChg chg="mod">
          <ac:chgData name="Gabriel JULIEN" userId="e50c932d-b186-489d-8d71-aba54feca4d5" providerId="ADAL" clId="{F3543349-E7C9-5F90-A868-F12F66B704B2}" dt="2026-04-28T10:11:51.176" v="3352" actId="207"/>
          <ac:spMkLst>
            <pc:docMk/>
            <pc:sldMk cId="2055436627" sldId="259"/>
            <ac:spMk id="2" creationId="{38B05E45-A006-0AF9-3F34-8418CEF28D44}"/>
          </ac:spMkLst>
        </pc:spChg>
      </pc:sldChg>
      <pc:sldChg chg="modSp add mod">
        <pc:chgData name="Gabriel JULIEN" userId="e50c932d-b186-489d-8d71-aba54feca4d5" providerId="ADAL" clId="{F3543349-E7C9-5F90-A868-F12F66B704B2}" dt="2026-04-28T10:08:47.289" v="3334" actId="255"/>
        <pc:sldMkLst>
          <pc:docMk/>
          <pc:sldMk cId="1021256573" sldId="274"/>
        </pc:sldMkLst>
        <pc:spChg chg="mod">
          <ac:chgData name="Gabriel JULIEN" userId="e50c932d-b186-489d-8d71-aba54feca4d5" providerId="ADAL" clId="{F3543349-E7C9-5F90-A868-F12F66B704B2}" dt="2026-04-28T09:46:12.476" v="2621" actId="113"/>
          <ac:spMkLst>
            <pc:docMk/>
            <pc:sldMk cId="1021256573" sldId="274"/>
            <ac:spMk id="3" creationId="{5E29B5B1-5F30-512A-32EF-0A03438C73BC}"/>
          </ac:spMkLst>
        </pc:spChg>
        <pc:spChg chg="mod">
          <ac:chgData name="Gabriel JULIEN" userId="e50c932d-b186-489d-8d71-aba54feca4d5" providerId="ADAL" clId="{F3543349-E7C9-5F90-A868-F12F66B704B2}" dt="2026-04-28T08:38:12.770" v="1251"/>
          <ac:spMkLst>
            <pc:docMk/>
            <pc:sldMk cId="1021256573" sldId="274"/>
            <ac:spMk id="11" creationId="{84B86CF1-178F-B2E0-6CDB-0181FCBF6455}"/>
          </ac:spMkLst>
        </pc:spChg>
        <pc:spChg chg="mod">
          <ac:chgData name="Gabriel JULIEN" userId="e50c932d-b186-489d-8d71-aba54feca4d5" providerId="ADAL" clId="{F3543349-E7C9-5F90-A868-F12F66B704B2}" dt="2026-04-28T10:08:47.289" v="3334" actId="255"/>
          <ac:spMkLst>
            <pc:docMk/>
            <pc:sldMk cId="1021256573" sldId="274"/>
            <ac:spMk id="95" creationId="{6F55244C-499E-5AE1-90F9-FD94FBA348FA}"/>
          </ac:spMkLst>
        </pc:spChg>
        <pc:spChg chg="mod">
          <ac:chgData name="Gabriel JULIEN" userId="e50c932d-b186-489d-8d71-aba54feca4d5" providerId="ADAL" clId="{F3543349-E7C9-5F90-A868-F12F66B704B2}" dt="2026-04-28T10:07:57.598" v="3329" actId="404"/>
          <ac:spMkLst>
            <pc:docMk/>
            <pc:sldMk cId="1021256573" sldId="274"/>
            <ac:spMk id="130" creationId="{69AA1D3C-B1FE-E93D-F89B-6C623E3CF546}"/>
          </ac:spMkLst>
        </pc:spChg>
      </pc:sldChg>
      <pc:sldChg chg="delSp modSp add mod">
        <pc:chgData name="Gabriel JULIEN" userId="e50c932d-b186-489d-8d71-aba54feca4d5" providerId="ADAL" clId="{F3543349-E7C9-5F90-A868-F12F66B704B2}" dt="2026-04-28T10:10:45.957" v="3341" actId="207"/>
        <pc:sldMkLst>
          <pc:docMk/>
          <pc:sldMk cId="920355156" sldId="2142533232"/>
        </pc:sldMkLst>
        <pc:spChg chg="mod">
          <ac:chgData name="Gabriel JULIEN" userId="e50c932d-b186-489d-8d71-aba54feca4d5" providerId="ADAL" clId="{F3543349-E7C9-5F90-A868-F12F66B704B2}" dt="2026-04-28T10:10:45.957" v="3341" actId="207"/>
          <ac:spMkLst>
            <pc:docMk/>
            <pc:sldMk cId="920355156" sldId="2142533232"/>
            <ac:spMk id="6" creationId="{4C0CF23A-A24F-1EE3-843D-425D87E98247}"/>
          </ac:spMkLst>
        </pc:spChg>
        <pc:spChg chg="mod">
          <ac:chgData name="Gabriel JULIEN" userId="e50c932d-b186-489d-8d71-aba54feca4d5" providerId="ADAL" clId="{F3543349-E7C9-5F90-A868-F12F66B704B2}" dt="2026-04-28T09:43:41.792" v="2587" actId="2711"/>
          <ac:spMkLst>
            <pc:docMk/>
            <pc:sldMk cId="920355156" sldId="2142533232"/>
            <ac:spMk id="39" creationId="{03A6CDAE-52A5-8BF6-1191-E58D4DF9E26B}"/>
          </ac:spMkLst>
        </pc:spChg>
        <pc:spChg chg="mod">
          <ac:chgData name="Gabriel JULIEN" userId="e50c932d-b186-489d-8d71-aba54feca4d5" providerId="ADAL" clId="{F3543349-E7C9-5F90-A868-F12F66B704B2}" dt="2026-04-28T09:44:07.686" v="2603" actId="1036"/>
          <ac:spMkLst>
            <pc:docMk/>
            <pc:sldMk cId="920355156" sldId="2142533232"/>
            <ac:spMk id="42" creationId="{68FA03E8-304F-0D02-61BC-A68E4AC83DFC}"/>
          </ac:spMkLst>
        </pc:spChg>
        <pc:spChg chg="mod">
          <ac:chgData name="Gabriel JULIEN" userId="e50c932d-b186-489d-8d71-aba54feca4d5" providerId="ADAL" clId="{F3543349-E7C9-5F90-A868-F12F66B704B2}" dt="2026-04-28T09:43:41.792" v="2587" actId="2711"/>
          <ac:spMkLst>
            <pc:docMk/>
            <pc:sldMk cId="920355156" sldId="2142533232"/>
            <ac:spMk id="44" creationId="{F4D537AB-B03B-EE55-7672-2DF5FA6A55BF}"/>
          </ac:spMkLst>
        </pc:spChg>
        <pc:spChg chg="mod">
          <ac:chgData name="Gabriel JULIEN" userId="e50c932d-b186-489d-8d71-aba54feca4d5" providerId="ADAL" clId="{F3543349-E7C9-5F90-A868-F12F66B704B2}" dt="2026-04-28T09:43:52.337" v="2588" actId="14100"/>
          <ac:spMkLst>
            <pc:docMk/>
            <pc:sldMk cId="920355156" sldId="2142533232"/>
            <ac:spMk id="45" creationId="{4717C245-DAE6-B843-8A4C-659653A8DE16}"/>
          </ac:spMkLst>
        </pc:spChg>
        <pc:spChg chg="mod">
          <ac:chgData name="Gabriel JULIEN" userId="e50c932d-b186-489d-8d71-aba54feca4d5" providerId="ADAL" clId="{F3543349-E7C9-5F90-A868-F12F66B704B2}" dt="2026-04-28T09:43:55.302" v="2589" actId="14100"/>
          <ac:spMkLst>
            <pc:docMk/>
            <pc:sldMk cId="920355156" sldId="2142533232"/>
            <ac:spMk id="46" creationId="{76BCED33-C039-9989-D6AA-6A78E3B9EED7}"/>
          </ac:spMkLst>
        </pc:spChg>
        <pc:spChg chg="mod">
          <ac:chgData name="Gabriel JULIEN" userId="e50c932d-b186-489d-8d71-aba54feca4d5" providerId="ADAL" clId="{F3543349-E7C9-5F90-A868-F12F66B704B2}" dt="2026-04-28T09:43:41.792" v="2587" actId="2711"/>
          <ac:spMkLst>
            <pc:docMk/>
            <pc:sldMk cId="920355156" sldId="2142533232"/>
            <ac:spMk id="47" creationId="{0CA5C969-0C52-22E7-0F30-8550C77A1415}"/>
          </ac:spMkLst>
        </pc:spChg>
        <pc:spChg chg="mod">
          <ac:chgData name="Gabriel JULIEN" userId="e50c932d-b186-489d-8d71-aba54feca4d5" providerId="ADAL" clId="{F3543349-E7C9-5F90-A868-F12F66B704B2}" dt="2026-04-28T09:43:41.792" v="2587" actId="2711"/>
          <ac:spMkLst>
            <pc:docMk/>
            <pc:sldMk cId="920355156" sldId="2142533232"/>
            <ac:spMk id="59" creationId="{5112C7D9-302E-E0D5-925A-771CB492A5EC}"/>
          </ac:spMkLst>
        </pc:spChg>
        <pc:spChg chg="mod">
          <ac:chgData name="Gabriel JULIEN" userId="e50c932d-b186-489d-8d71-aba54feca4d5" providerId="ADAL" clId="{F3543349-E7C9-5F90-A868-F12F66B704B2}" dt="2026-04-28T09:43:41.792" v="2587" actId="2711"/>
          <ac:spMkLst>
            <pc:docMk/>
            <pc:sldMk cId="920355156" sldId="2142533232"/>
            <ac:spMk id="60" creationId="{BF142B8D-2B2A-4330-AB9A-42151C8B2BA1}"/>
          </ac:spMkLst>
        </pc:spChg>
        <pc:picChg chg="mod">
          <ac:chgData name="Gabriel JULIEN" userId="e50c932d-b186-489d-8d71-aba54feca4d5" providerId="ADAL" clId="{F3543349-E7C9-5F90-A868-F12F66B704B2}" dt="2026-04-28T09:44:17.216" v="2607" actId="1038"/>
          <ac:picMkLst>
            <pc:docMk/>
            <pc:sldMk cId="920355156" sldId="2142533232"/>
            <ac:picMk id="4" creationId="{0E2BEA39-8087-1B1A-A6CB-BDA53589F0B8}"/>
          </ac:picMkLst>
        </pc:picChg>
      </pc:sldChg>
      <pc:sldChg chg="modSp add mod">
        <pc:chgData name="Gabriel JULIEN" userId="e50c932d-b186-489d-8d71-aba54feca4d5" providerId="ADAL" clId="{F3543349-E7C9-5F90-A868-F12F66B704B2}" dt="2026-04-28T10:09:31.718" v="3335" actId="207"/>
        <pc:sldMkLst>
          <pc:docMk/>
          <pc:sldMk cId="129532446" sldId="2147483191"/>
        </pc:sldMkLst>
        <pc:spChg chg="mod">
          <ac:chgData name="Gabriel JULIEN" userId="e50c932d-b186-489d-8d71-aba54feca4d5" providerId="ADAL" clId="{F3543349-E7C9-5F90-A868-F12F66B704B2}" dt="2026-04-28T09:17:04.682" v="2084" actId="404"/>
          <ac:spMkLst>
            <pc:docMk/>
            <pc:sldMk cId="129532446" sldId="2147483191"/>
            <ac:spMk id="3" creationId="{76756522-7687-D4A0-546A-1EF54FBE5A43}"/>
          </ac:spMkLst>
        </pc:spChg>
        <pc:spChg chg="mod">
          <ac:chgData name="Gabriel JULIEN" userId="e50c932d-b186-489d-8d71-aba54feca4d5" providerId="ADAL" clId="{F3543349-E7C9-5F90-A868-F12F66B704B2}" dt="2026-04-28T09:17:04.682" v="2084" actId="404"/>
          <ac:spMkLst>
            <pc:docMk/>
            <pc:sldMk cId="129532446" sldId="2147483191"/>
            <ac:spMk id="4" creationId="{D6451A08-5643-774D-F78F-6BBF386C8E37}"/>
          </ac:spMkLst>
        </pc:spChg>
        <pc:spChg chg="mod">
          <ac:chgData name="Gabriel JULIEN" userId="e50c932d-b186-489d-8d71-aba54feca4d5" providerId="ADAL" clId="{F3543349-E7C9-5F90-A868-F12F66B704B2}" dt="2026-04-28T09:17:04.682" v="2084" actId="404"/>
          <ac:spMkLst>
            <pc:docMk/>
            <pc:sldMk cId="129532446" sldId="2147483191"/>
            <ac:spMk id="5" creationId="{8544CA8B-14EF-1C5C-217D-A5C972818993}"/>
          </ac:spMkLst>
        </pc:spChg>
        <pc:spChg chg="mod">
          <ac:chgData name="Gabriel JULIEN" userId="e50c932d-b186-489d-8d71-aba54feca4d5" providerId="ADAL" clId="{F3543349-E7C9-5F90-A868-F12F66B704B2}" dt="2026-04-28T09:17:04.682" v="2084" actId="404"/>
          <ac:spMkLst>
            <pc:docMk/>
            <pc:sldMk cId="129532446" sldId="2147483191"/>
            <ac:spMk id="7" creationId="{AC891929-33AC-B286-115B-4CE3A58E0F3F}"/>
          </ac:spMkLst>
        </pc:spChg>
        <pc:spChg chg="mod">
          <ac:chgData name="Gabriel JULIEN" userId="e50c932d-b186-489d-8d71-aba54feca4d5" providerId="ADAL" clId="{F3543349-E7C9-5F90-A868-F12F66B704B2}" dt="2026-04-28T09:17:04.682" v="2084" actId="404"/>
          <ac:spMkLst>
            <pc:docMk/>
            <pc:sldMk cId="129532446" sldId="2147483191"/>
            <ac:spMk id="8" creationId="{6680F4AE-1C79-100E-0BEE-302BC35D776D}"/>
          </ac:spMkLst>
        </pc:spChg>
        <pc:spChg chg="mod">
          <ac:chgData name="Gabriel JULIEN" userId="e50c932d-b186-489d-8d71-aba54feca4d5" providerId="ADAL" clId="{F3543349-E7C9-5F90-A868-F12F66B704B2}" dt="2026-04-28T10:09:31.718" v="3335" actId="207"/>
          <ac:spMkLst>
            <pc:docMk/>
            <pc:sldMk cId="129532446" sldId="2147483191"/>
            <ac:spMk id="10" creationId="{E195D23B-CFC5-C199-5420-DDA3125C7EAD}"/>
          </ac:spMkLst>
        </pc:spChg>
        <pc:spChg chg="mod">
          <ac:chgData name="Gabriel JULIEN" userId="e50c932d-b186-489d-8d71-aba54feca4d5" providerId="ADAL" clId="{F3543349-E7C9-5F90-A868-F12F66B704B2}" dt="2026-04-28T09:17:14.190" v="2086" actId="404"/>
          <ac:spMkLst>
            <pc:docMk/>
            <pc:sldMk cId="129532446" sldId="2147483191"/>
            <ac:spMk id="12" creationId="{19E44ACB-A074-8935-03FF-2825CD4ED93D}"/>
          </ac:spMkLst>
        </pc:spChg>
        <pc:spChg chg="mod">
          <ac:chgData name="Gabriel JULIEN" userId="e50c932d-b186-489d-8d71-aba54feca4d5" providerId="ADAL" clId="{F3543349-E7C9-5F90-A868-F12F66B704B2}" dt="2026-04-28T09:17:21.434" v="2087" actId="2711"/>
          <ac:spMkLst>
            <pc:docMk/>
            <pc:sldMk cId="129532446" sldId="2147483191"/>
            <ac:spMk id="31" creationId="{F55107A5-C7BA-E21B-5574-43AD59A3E674}"/>
          </ac:spMkLst>
        </pc:spChg>
        <pc:inkChg chg="mod">
          <ac:chgData name="Gabriel JULIEN" userId="e50c932d-b186-489d-8d71-aba54feca4d5" providerId="ADAL" clId="{F3543349-E7C9-5F90-A868-F12F66B704B2}" dt="2026-04-28T09:16:48.606" v="2083" actId="2711"/>
          <ac:inkMkLst>
            <pc:docMk/>
            <pc:sldMk cId="129532446" sldId="2147483191"/>
            <ac:inkMk id="26" creationId="{D756F1F0-147E-FC92-56DF-1DDCC31242DD}"/>
          </ac:inkMkLst>
        </pc:inkChg>
      </pc:sldChg>
      <pc:sldChg chg="delSp modSp add mod">
        <pc:chgData name="Gabriel JULIEN" userId="e50c932d-b186-489d-8d71-aba54feca4d5" providerId="ADAL" clId="{F3543349-E7C9-5F90-A868-F12F66B704B2}" dt="2026-04-28T10:10:30.445" v="3339" actId="207"/>
        <pc:sldMkLst>
          <pc:docMk/>
          <pc:sldMk cId="2196321924" sldId="2147483224"/>
        </pc:sldMkLst>
        <pc:spChg chg="mod">
          <ac:chgData name="Gabriel JULIEN" userId="e50c932d-b186-489d-8d71-aba54feca4d5" providerId="ADAL" clId="{F3543349-E7C9-5F90-A868-F12F66B704B2}" dt="2026-04-28T10:10:30.445" v="3339" actId="207"/>
          <ac:spMkLst>
            <pc:docMk/>
            <pc:sldMk cId="2196321924" sldId="2147483224"/>
            <ac:spMk id="2" creationId="{A9FE77B3-06AC-0720-2D38-096D0E002676}"/>
          </ac:spMkLst>
        </pc:spChg>
      </pc:sldChg>
      <pc:sldChg chg="delSp modSp add mod">
        <pc:chgData name="Gabriel JULIEN" userId="e50c932d-b186-489d-8d71-aba54feca4d5" providerId="ADAL" clId="{F3543349-E7C9-5F90-A868-F12F66B704B2}" dt="2026-04-28T10:11:19.674" v="3347" actId="207"/>
        <pc:sldMkLst>
          <pc:docMk/>
          <pc:sldMk cId="1965380521" sldId="2147483237"/>
        </pc:sldMkLst>
        <pc:spChg chg="mod">
          <ac:chgData name="Gabriel JULIEN" userId="e50c932d-b186-489d-8d71-aba54feca4d5" providerId="ADAL" clId="{F3543349-E7C9-5F90-A868-F12F66B704B2}" dt="2026-04-28T10:11:19.674" v="3347" actId="207"/>
          <ac:spMkLst>
            <pc:docMk/>
            <pc:sldMk cId="1965380521" sldId="2147483237"/>
            <ac:spMk id="2" creationId="{8EE1417D-3418-A797-EC23-166C1449F6BE}"/>
          </ac:spMkLst>
        </pc:spChg>
        <pc:spChg chg="mod">
          <ac:chgData name="Gabriel JULIEN" userId="e50c932d-b186-489d-8d71-aba54feca4d5" providerId="ADAL" clId="{F3543349-E7C9-5F90-A868-F12F66B704B2}" dt="2026-04-28T08:52:43.828" v="1362" actId="2711"/>
          <ac:spMkLst>
            <pc:docMk/>
            <pc:sldMk cId="1965380521" sldId="2147483237"/>
            <ac:spMk id="7" creationId="{C7580C5B-BF76-0879-F772-23117C9316FD}"/>
          </ac:spMkLst>
        </pc:spChg>
        <pc:spChg chg="mod">
          <ac:chgData name="Gabriel JULIEN" userId="e50c932d-b186-489d-8d71-aba54feca4d5" providerId="ADAL" clId="{F3543349-E7C9-5F90-A868-F12F66B704B2}" dt="2026-04-28T08:52:43.828" v="1362" actId="2711"/>
          <ac:spMkLst>
            <pc:docMk/>
            <pc:sldMk cId="1965380521" sldId="2147483237"/>
            <ac:spMk id="8" creationId="{85ED9872-5DA5-8EEE-81AD-79EAAA6383CF}"/>
          </ac:spMkLst>
        </pc:spChg>
        <pc:spChg chg="mod">
          <ac:chgData name="Gabriel JULIEN" userId="e50c932d-b186-489d-8d71-aba54feca4d5" providerId="ADAL" clId="{F3543349-E7C9-5F90-A868-F12F66B704B2}" dt="2026-04-28T08:53:03.541" v="1364" actId="404"/>
          <ac:spMkLst>
            <pc:docMk/>
            <pc:sldMk cId="1965380521" sldId="2147483237"/>
            <ac:spMk id="12" creationId="{5FE7737B-FF4F-D67D-6425-3C0BD5FAB7B9}"/>
          </ac:spMkLst>
        </pc:spChg>
        <pc:spChg chg="mod">
          <ac:chgData name="Gabriel JULIEN" userId="e50c932d-b186-489d-8d71-aba54feca4d5" providerId="ADAL" clId="{F3543349-E7C9-5F90-A868-F12F66B704B2}" dt="2026-04-28T08:52:43.828" v="1362" actId="2711"/>
          <ac:spMkLst>
            <pc:docMk/>
            <pc:sldMk cId="1965380521" sldId="2147483237"/>
            <ac:spMk id="13" creationId="{76BC7478-0A42-7EDB-7B73-E1748354AE79}"/>
          </ac:spMkLst>
        </pc:spChg>
        <pc:spChg chg="mod">
          <ac:chgData name="Gabriel JULIEN" userId="e50c932d-b186-489d-8d71-aba54feca4d5" providerId="ADAL" clId="{F3543349-E7C9-5F90-A868-F12F66B704B2}" dt="2026-04-28T08:53:03.541" v="1364" actId="404"/>
          <ac:spMkLst>
            <pc:docMk/>
            <pc:sldMk cId="1965380521" sldId="2147483237"/>
            <ac:spMk id="14" creationId="{3100CDFA-A06D-A82F-15D9-3AA1933ADF55}"/>
          </ac:spMkLst>
        </pc:spChg>
        <pc:spChg chg="mod">
          <ac:chgData name="Gabriel JULIEN" userId="e50c932d-b186-489d-8d71-aba54feca4d5" providerId="ADAL" clId="{F3543349-E7C9-5F90-A868-F12F66B704B2}" dt="2026-04-28T08:52:43.828" v="1362" actId="2711"/>
          <ac:spMkLst>
            <pc:docMk/>
            <pc:sldMk cId="1965380521" sldId="2147483237"/>
            <ac:spMk id="15" creationId="{F893FA1B-1CCE-FC33-D48A-2B04BD272511}"/>
          </ac:spMkLst>
        </pc:spChg>
        <pc:spChg chg="mod">
          <ac:chgData name="Gabriel JULIEN" userId="e50c932d-b186-489d-8d71-aba54feca4d5" providerId="ADAL" clId="{F3543349-E7C9-5F90-A868-F12F66B704B2}" dt="2026-04-28T08:52:54.925" v="1363" actId="404"/>
          <ac:spMkLst>
            <pc:docMk/>
            <pc:sldMk cId="1965380521" sldId="2147483237"/>
            <ac:spMk id="16" creationId="{E585CCFC-65C4-A278-CA3E-101D01D3C979}"/>
          </ac:spMkLst>
        </pc:spChg>
        <pc:spChg chg="mod">
          <ac:chgData name="Gabriel JULIEN" userId="e50c932d-b186-489d-8d71-aba54feca4d5" providerId="ADAL" clId="{F3543349-E7C9-5F90-A868-F12F66B704B2}" dt="2026-04-28T08:52:43.828" v="1362" actId="2711"/>
          <ac:spMkLst>
            <pc:docMk/>
            <pc:sldMk cId="1965380521" sldId="2147483237"/>
            <ac:spMk id="17" creationId="{4DCF9A30-461A-D2AB-BD95-9A64705134BC}"/>
          </ac:spMkLst>
        </pc:spChg>
        <pc:spChg chg="mod">
          <ac:chgData name="Gabriel JULIEN" userId="e50c932d-b186-489d-8d71-aba54feca4d5" providerId="ADAL" clId="{F3543349-E7C9-5F90-A868-F12F66B704B2}" dt="2026-04-28T08:52:43.828" v="1362" actId="2711"/>
          <ac:spMkLst>
            <pc:docMk/>
            <pc:sldMk cId="1965380521" sldId="2147483237"/>
            <ac:spMk id="50" creationId="{582F8589-2976-0B8E-ADDD-EEE3E49ACA8A}"/>
          </ac:spMkLst>
        </pc:spChg>
        <pc:spChg chg="mod">
          <ac:chgData name="Gabriel JULIEN" userId="e50c932d-b186-489d-8d71-aba54feca4d5" providerId="ADAL" clId="{F3543349-E7C9-5F90-A868-F12F66B704B2}" dt="2026-04-28T08:52:43.828" v="1362" actId="2711"/>
          <ac:spMkLst>
            <pc:docMk/>
            <pc:sldMk cId="1965380521" sldId="2147483237"/>
            <ac:spMk id="51" creationId="{EAD68B81-0475-3809-3D34-E3478E121025}"/>
          </ac:spMkLst>
        </pc:spChg>
      </pc:sldChg>
      <pc:sldChg chg="delSp modSp add mod">
        <pc:chgData name="Gabriel JULIEN" userId="e50c932d-b186-489d-8d71-aba54feca4d5" providerId="ADAL" clId="{F3543349-E7C9-5F90-A868-F12F66B704B2}" dt="2026-04-28T10:10:04.697" v="3337" actId="404"/>
        <pc:sldMkLst>
          <pc:docMk/>
          <pc:sldMk cId="2202124557" sldId="2147483238"/>
        </pc:sldMkLst>
        <pc:spChg chg="mod">
          <ac:chgData name="Gabriel JULIEN" userId="e50c932d-b186-489d-8d71-aba54feca4d5" providerId="ADAL" clId="{F3543349-E7C9-5F90-A868-F12F66B704B2}" dt="2026-04-28T09:23:36.352" v="2170" actId="1037"/>
          <ac:spMkLst>
            <pc:docMk/>
            <pc:sldMk cId="2202124557" sldId="2147483238"/>
            <ac:spMk id="2" creationId="{30E7C548-1980-B492-BC4F-B99D5344DD23}"/>
          </ac:spMkLst>
        </pc:spChg>
        <pc:spChg chg="mod">
          <ac:chgData name="Gabriel JULIEN" userId="e50c932d-b186-489d-8d71-aba54feca4d5" providerId="ADAL" clId="{F3543349-E7C9-5F90-A868-F12F66B704B2}" dt="2026-04-28T10:10:04.697" v="3337" actId="404"/>
          <ac:spMkLst>
            <pc:docMk/>
            <pc:sldMk cId="2202124557" sldId="2147483238"/>
            <ac:spMk id="6" creationId="{F0F160FD-0B4E-5216-A7C2-8ABD0734E2F6}"/>
          </ac:spMkLst>
        </pc:spChg>
        <pc:spChg chg="mod">
          <ac:chgData name="Gabriel JULIEN" userId="e50c932d-b186-489d-8d71-aba54feca4d5" providerId="ADAL" clId="{F3543349-E7C9-5F90-A868-F12F66B704B2}" dt="2026-04-28T10:10:04.697" v="3337" actId="404"/>
          <ac:spMkLst>
            <pc:docMk/>
            <pc:sldMk cId="2202124557" sldId="2147483238"/>
            <ac:spMk id="7" creationId="{A55127D1-1E72-2BA7-DFDD-63E6A181E846}"/>
          </ac:spMkLst>
        </pc:spChg>
        <pc:spChg chg="mod">
          <ac:chgData name="Gabriel JULIEN" userId="e50c932d-b186-489d-8d71-aba54feca4d5" providerId="ADAL" clId="{F3543349-E7C9-5F90-A868-F12F66B704B2}" dt="2026-04-28T10:10:04.697" v="3337" actId="404"/>
          <ac:spMkLst>
            <pc:docMk/>
            <pc:sldMk cId="2202124557" sldId="2147483238"/>
            <ac:spMk id="8" creationId="{0D57F96C-B557-8CD5-C752-239A33278955}"/>
          </ac:spMkLst>
        </pc:spChg>
        <pc:spChg chg="mod">
          <ac:chgData name="Gabriel JULIEN" userId="e50c932d-b186-489d-8d71-aba54feca4d5" providerId="ADAL" clId="{F3543349-E7C9-5F90-A868-F12F66B704B2}" dt="2026-04-28T10:10:04.697" v="3337" actId="404"/>
          <ac:spMkLst>
            <pc:docMk/>
            <pc:sldMk cId="2202124557" sldId="2147483238"/>
            <ac:spMk id="9" creationId="{725248AB-1E6D-163E-0CC5-68C1A0AD91A6}"/>
          </ac:spMkLst>
        </pc:spChg>
        <pc:spChg chg="mod">
          <ac:chgData name="Gabriel JULIEN" userId="e50c932d-b186-489d-8d71-aba54feca4d5" providerId="ADAL" clId="{F3543349-E7C9-5F90-A868-F12F66B704B2}" dt="2026-04-28T10:10:04.697" v="3337" actId="404"/>
          <ac:spMkLst>
            <pc:docMk/>
            <pc:sldMk cId="2202124557" sldId="2147483238"/>
            <ac:spMk id="10" creationId="{82563A5E-E0B1-14FC-DF55-08A2FD40803F}"/>
          </ac:spMkLst>
        </pc:spChg>
      </pc:sldChg>
      <pc:sldChg chg="delSp modSp add mod">
        <pc:chgData name="Gabriel JULIEN" userId="e50c932d-b186-489d-8d71-aba54feca4d5" providerId="ADAL" clId="{F3543349-E7C9-5F90-A868-F12F66B704B2}" dt="2026-04-28T10:10:19.705" v="3338" actId="207"/>
        <pc:sldMkLst>
          <pc:docMk/>
          <pc:sldMk cId="2103816552" sldId="2147483239"/>
        </pc:sldMkLst>
        <pc:spChg chg="mod">
          <ac:chgData name="Gabriel JULIEN" userId="e50c932d-b186-489d-8d71-aba54feca4d5" providerId="ADAL" clId="{F3543349-E7C9-5F90-A868-F12F66B704B2}" dt="2026-04-28T10:10:19.705" v="3338" actId="207"/>
          <ac:spMkLst>
            <pc:docMk/>
            <pc:sldMk cId="2103816552" sldId="2147483239"/>
            <ac:spMk id="32" creationId="{9B4E311E-1E33-4462-CD0D-30333FCECA7E}"/>
          </ac:spMkLst>
        </pc:spChg>
      </pc:sldChg>
      <pc:sldChg chg="delSp modSp add mod">
        <pc:chgData name="Gabriel JULIEN" userId="e50c932d-b186-489d-8d71-aba54feca4d5" providerId="ADAL" clId="{F3543349-E7C9-5F90-A868-F12F66B704B2}" dt="2026-04-28T10:10:36.882" v="3340" actId="113"/>
        <pc:sldMkLst>
          <pc:docMk/>
          <pc:sldMk cId="563966335" sldId="2147483407"/>
        </pc:sldMkLst>
        <pc:spChg chg="mod">
          <ac:chgData name="Gabriel JULIEN" userId="e50c932d-b186-489d-8d71-aba54feca4d5" providerId="ADAL" clId="{F3543349-E7C9-5F90-A868-F12F66B704B2}" dt="2026-04-28T08:42:54.483" v="1310"/>
          <ac:spMkLst>
            <pc:docMk/>
            <pc:sldMk cId="563966335" sldId="2147483407"/>
            <ac:spMk id="2" creationId="{8FD78E1D-D3DF-3D3F-8014-EBE034ECBC6A}"/>
          </ac:spMkLst>
        </pc:spChg>
        <pc:spChg chg="mod">
          <ac:chgData name="Gabriel JULIEN" userId="e50c932d-b186-489d-8d71-aba54feca4d5" providerId="ADAL" clId="{F3543349-E7C9-5F90-A868-F12F66B704B2}" dt="2026-04-28T08:43:25.871" v="1313" actId="2711"/>
          <ac:spMkLst>
            <pc:docMk/>
            <pc:sldMk cId="563966335" sldId="2147483407"/>
            <ac:spMk id="7" creationId="{A14DC32A-9DC9-F03C-7E6A-4DD358A14B7B}"/>
          </ac:spMkLst>
        </pc:spChg>
        <pc:spChg chg="mod">
          <ac:chgData name="Gabriel JULIEN" userId="e50c932d-b186-489d-8d71-aba54feca4d5" providerId="ADAL" clId="{F3543349-E7C9-5F90-A868-F12F66B704B2}" dt="2026-04-28T08:43:39.043" v="1314" actId="113"/>
          <ac:spMkLst>
            <pc:docMk/>
            <pc:sldMk cId="563966335" sldId="2147483407"/>
            <ac:spMk id="9" creationId="{6020DA22-A158-1B32-A329-033B4798A628}"/>
          </ac:spMkLst>
        </pc:spChg>
        <pc:spChg chg="mod">
          <ac:chgData name="Gabriel JULIEN" userId="e50c932d-b186-489d-8d71-aba54feca4d5" providerId="ADAL" clId="{F3543349-E7C9-5F90-A868-F12F66B704B2}" dt="2026-04-28T08:44:10.005" v="1328" actId="1035"/>
          <ac:spMkLst>
            <pc:docMk/>
            <pc:sldMk cId="563966335" sldId="2147483407"/>
            <ac:spMk id="11" creationId="{6C4508FD-7C36-67E4-1294-5FD286D0DB5F}"/>
          </ac:spMkLst>
        </pc:spChg>
        <pc:spChg chg="mod">
          <ac:chgData name="Gabriel JULIEN" userId="e50c932d-b186-489d-8d71-aba54feca4d5" providerId="ADAL" clId="{F3543349-E7C9-5F90-A868-F12F66B704B2}" dt="2026-04-28T08:43:25.871" v="1313" actId="2711"/>
          <ac:spMkLst>
            <pc:docMk/>
            <pc:sldMk cId="563966335" sldId="2147483407"/>
            <ac:spMk id="12" creationId="{FFCF48FA-4B10-298B-1714-A218D5462A86}"/>
          </ac:spMkLst>
        </pc:spChg>
        <pc:spChg chg="mod">
          <ac:chgData name="Gabriel JULIEN" userId="e50c932d-b186-489d-8d71-aba54feca4d5" providerId="ADAL" clId="{F3543349-E7C9-5F90-A868-F12F66B704B2}" dt="2026-04-28T08:43:39.043" v="1314" actId="113"/>
          <ac:spMkLst>
            <pc:docMk/>
            <pc:sldMk cId="563966335" sldId="2147483407"/>
            <ac:spMk id="14" creationId="{543FBD59-DEED-5DB2-C1DD-BF3DFD4F59B0}"/>
          </ac:spMkLst>
        </pc:spChg>
        <pc:spChg chg="mod">
          <ac:chgData name="Gabriel JULIEN" userId="e50c932d-b186-489d-8d71-aba54feca4d5" providerId="ADAL" clId="{F3543349-E7C9-5F90-A868-F12F66B704B2}" dt="2026-04-28T09:45:34.232" v="2612" actId="114"/>
          <ac:spMkLst>
            <pc:docMk/>
            <pc:sldMk cId="563966335" sldId="2147483407"/>
            <ac:spMk id="15" creationId="{AB7A365B-0E39-2BE1-A2FD-FF5662A9A673}"/>
          </ac:spMkLst>
        </pc:spChg>
        <pc:spChg chg="mod">
          <ac:chgData name="Gabriel JULIEN" userId="e50c932d-b186-489d-8d71-aba54feca4d5" providerId="ADAL" clId="{F3543349-E7C9-5F90-A868-F12F66B704B2}" dt="2026-04-28T09:45:34.232" v="2612" actId="114"/>
          <ac:spMkLst>
            <pc:docMk/>
            <pc:sldMk cId="563966335" sldId="2147483407"/>
            <ac:spMk id="16" creationId="{618BA3D5-BF01-23BA-D481-39A893080F92}"/>
          </ac:spMkLst>
        </pc:spChg>
        <pc:spChg chg="mod">
          <ac:chgData name="Gabriel JULIEN" userId="e50c932d-b186-489d-8d71-aba54feca4d5" providerId="ADAL" clId="{F3543349-E7C9-5F90-A868-F12F66B704B2}" dt="2026-04-28T09:45:50.159" v="2620" actId="1037"/>
          <ac:spMkLst>
            <pc:docMk/>
            <pc:sldMk cId="563966335" sldId="2147483407"/>
            <ac:spMk id="20" creationId="{BDD70D5C-46CD-A68F-BA76-C47D1F71C4AA}"/>
          </ac:spMkLst>
        </pc:spChg>
        <pc:spChg chg="mod">
          <ac:chgData name="Gabriel JULIEN" userId="e50c932d-b186-489d-8d71-aba54feca4d5" providerId="ADAL" clId="{F3543349-E7C9-5F90-A868-F12F66B704B2}" dt="2026-04-28T08:43:39.043" v="1314" actId="113"/>
          <ac:spMkLst>
            <pc:docMk/>
            <pc:sldMk cId="563966335" sldId="2147483407"/>
            <ac:spMk id="23" creationId="{7FD5841E-81EF-1BBF-8FC1-A46A3F339786}"/>
          </ac:spMkLst>
        </pc:spChg>
        <pc:spChg chg="mod">
          <ac:chgData name="Gabriel JULIEN" userId="e50c932d-b186-489d-8d71-aba54feca4d5" providerId="ADAL" clId="{F3543349-E7C9-5F90-A868-F12F66B704B2}" dt="2026-04-28T09:45:34.232" v="2612" actId="114"/>
          <ac:spMkLst>
            <pc:docMk/>
            <pc:sldMk cId="563966335" sldId="2147483407"/>
            <ac:spMk id="24" creationId="{76E0AB29-F06D-7EDD-36A1-9072AA3541C2}"/>
          </ac:spMkLst>
        </pc:spChg>
        <pc:spChg chg="mod">
          <ac:chgData name="Gabriel JULIEN" userId="e50c932d-b186-489d-8d71-aba54feca4d5" providerId="ADAL" clId="{F3543349-E7C9-5F90-A868-F12F66B704B2}" dt="2026-04-28T08:44:10.005" v="1328" actId="1035"/>
          <ac:spMkLst>
            <pc:docMk/>
            <pc:sldMk cId="563966335" sldId="2147483407"/>
            <ac:spMk id="25" creationId="{1291AADE-DA9C-B46A-DFE3-0225BA643841}"/>
          </ac:spMkLst>
        </pc:spChg>
        <pc:spChg chg="mod">
          <ac:chgData name="Gabriel JULIEN" userId="e50c932d-b186-489d-8d71-aba54feca4d5" providerId="ADAL" clId="{F3543349-E7C9-5F90-A868-F12F66B704B2}" dt="2026-04-28T08:43:25.871" v="1313" actId="2711"/>
          <ac:spMkLst>
            <pc:docMk/>
            <pc:sldMk cId="563966335" sldId="2147483407"/>
            <ac:spMk id="26" creationId="{3C1EE791-E9DE-67B1-68EB-8A92E84B91B8}"/>
          </ac:spMkLst>
        </pc:spChg>
        <pc:spChg chg="mod">
          <ac:chgData name="Gabriel JULIEN" userId="e50c932d-b186-489d-8d71-aba54feca4d5" providerId="ADAL" clId="{F3543349-E7C9-5F90-A868-F12F66B704B2}" dt="2026-04-28T08:43:39.043" v="1314" actId="113"/>
          <ac:spMkLst>
            <pc:docMk/>
            <pc:sldMk cId="563966335" sldId="2147483407"/>
            <ac:spMk id="28" creationId="{F6733C61-2A9C-7319-920D-AE777A390B8D}"/>
          </ac:spMkLst>
        </pc:spChg>
        <pc:spChg chg="mod">
          <ac:chgData name="Gabriel JULIEN" userId="e50c932d-b186-489d-8d71-aba54feca4d5" providerId="ADAL" clId="{F3543349-E7C9-5F90-A868-F12F66B704B2}" dt="2026-04-28T09:45:34.232" v="2612" actId="114"/>
          <ac:spMkLst>
            <pc:docMk/>
            <pc:sldMk cId="563966335" sldId="2147483407"/>
            <ac:spMk id="29" creationId="{8D0542C2-9937-7C01-95FE-42556C8F957B}"/>
          </ac:spMkLst>
        </pc:spChg>
        <pc:spChg chg="mod">
          <ac:chgData name="Gabriel JULIEN" userId="e50c932d-b186-489d-8d71-aba54feca4d5" providerId="ADAL" clId="{F3543349-E7C9-5F90-A868-F12F66B704B2}" dt="2026-04-28T08:44:10.005" v="1328" actId="1035"/>
          <ac:spMkLst>
            <pc:docMk/>
            <pc:sldMk cId="563966335" sldId="2147483407"/>
            <ac:spMk id="30" creationId="{9FD45480-C953-E760-4E93-FB44C0E41A05}"/>
          </ac:spMkLst>
        </pc:spChg>
        <pc:spChg chg="mod">
          <ac:chgData name="Gabriel JULIEN" userId="e50c932d-b186-489d-8d71-aba54feca4d5" providerId="ADAL" clId="{F3543349-E7C9-5F90-A868-F12F66B704B2}" dt="2026-04-28T08:43:39.043" v="1314" actId="113"/>
          <ac:spMkLst>
            <pc:docMk/>
            <pc:sldMk cId="563966335" sldId="2147483407"/>
            <ac:spMk id="33" creationId="{6DA2E5F2-64B1-3850-BA24-3435C6F24F3A}"/>
          </ac:spMkLst>
        </pc:spChg>
        <pc:spChg chg="mod">
          <ac:chgData name="Gabriel JULIEN" userId="e50c932d-b186-489d-8d71-aba54feca4d5" providerId="ADAL" clId="{F3543349-E7C9-5F90-A868-F12F66B704B2}" dt="2026-04-28T09:45:34.232" v="2612" actId="114"/>
          <ac:spMkLst>
            <pc:docMk/>
            <pc:sldMk cId="563966335" sldId="2147483407"/>
            <ac:spMk id="34" creationId="{B99B4C0B-3595-1AF0-E6E1-3A65EB5D36EB}"/>
          </ac:spMkLst>
        </pc:spChg>
        <pc:spChg chg="mod">
          <ac:chgData name="Gabriel JULIEN" userId="e50c932d-b186-489d-8d71-aba54feca4d5" providerId="ADAL" clId="{F3543349-E7C9-5F90-A868-F12F66B704B2}" dt="2026-04-28T08:44:10.005" v="1328" actId="1035"/>
          <ac:spMkLst>
            <pc:docMk/>
            <pc:sldMk cId="563966335" sldId="2147483407"/>
            <ac:spMk id="35" creationId="{74006D98-E28E-00D2-D12F-925A9EE945D3}"/>
          </ac:spMkLst>
        </pc:spChg>
        <pc:spChg chg="mod">
          <ac:chgData name="Gabriel JULIEN" userId="e50c932d-b186-489d-8d71-aba54feca4d5" providerId="ADAL" clId="{F3543349-E7C9-5F90-A868-F12F66B704B2}" dt="2026-04-28T10:10:36.882" v="3340" actId="113"/>
          <ac:spMkLst>
            <pc:docMk/>
            <pc:sldMk cId="563966335" sldId="2147483407"/>
            <ac:spMk id="36" creationId="{A56F12F5-D8B1-CD00-0E73-0689113A82F1}"/>
          </ac:spMkLst>
        </pc:spChg>
        <pc:spChg chg="mod">
          <ac:chgData name="Gabriel JULIEN" userId="e50c932d-b186-489d-8d71-aba54feca4d5" providerId="ADAL" clId="{F3543349-E7C9-5F90-A868-F12F66B704B2}" dt="2026-04-28T08:43:25.871" v="1313" actId="2711"/>
          <ac:spMkLst>
            <pc:docMk/>
            <pc:sldMk cId="563966335" sldId="2147483407"/>
            <ac:spMk id="39" creationId="{4F0DFC90-740D-654A-510D-1D071B897214}"/>
          </ac:spMkLst>
        </pc:spChg>
        <pc:spChg chg="mod">
          <ac:chgData name="Gabriel JULIEN" userId="e50c932d-b186-489d-8d71-aba54feca4d5" providerId="ADAL" clId="{F3543349-E7C9-5F90-A868-F12F66B704B2}" dt="2026-04-28T08:43:25.871" v="1313" actId="2711"/>
          <ac:spMkLst>
            <pc:docMk/>
            <pc:sldMk cId="563966335" sldId="2147483407"/>
            <ac:spMk id="48" creationId="{7EB7FC95-E514-B3EF-20DC-D7A586DDF928}"/>
          </ac:spMkLst>
        </pc:spChg>
      </pc:sldChg>
      <pc:sldChg chg="addSp delSp modSp mod modClrScheme chgLayout">
        <pc:chgData name="Gabriel JULIEN" userId="e50c932d-b186-489d-8d71-aba54feca4d5" providerId="ADAL" clId="{F3543349-E7C9-5F90-A868-F12F66B704B2}" dt="2026-04-28T08:36:32.477" v="1246" actId="1076"/>
        <pc:sldMkLst>
          <pc:docMk/>
          <pc:sldMk cId="746656164" sldId="2147483549"/>
        </pc:sldMkLst>
        <pc:spChg chg="mod ord">
          <ac:chgData name="Gabriel JULIEN" userId="e50c932d-b186-489d-8d71-aba54feca4d5" providerId="ADAL" clId="{F3543349-E7C9-5F90-A868-F12F66B704B2}" dt="2026-04-27T15:53:22.306" v="213" actId="20577"/>
          <ac:spMkLst>
            <pc:docMk/>
            <pc:sldMk cId="746656164" sldId="2147483549"/>
            <ac:spMk id="2" creationId="{38265C69-5F90-367E-6469-C5005E0CCD02}"/>
          </ac:spMkLst>
        </pc:spChg>
        <pc:spChg chg="mod">
          <ac:chgData name="Gabriel JULIEN" userId="e50c932d-b186-489d-8d71-aba54feca4d5" providerId="ADAL" clId="{F3543349-E7C9-5F90-A868-F12F66B704B2}" dt="2026-04-27T15:50:24.621" v="178" actId="1076"/>
          <ac:spMkLst>
            <pc:docMk/>
            <pc:sldMk cId="746656164" sldId="2147483549"/>
            <ac:spMk id="5" creationId="{163EE7FA-1E3B-0D49-9BF8-DC8CD5494368}"/>
          </ac:spMkLst>
        </pc:spChg>
        <pc:spChg chg="mod">
          <ac:chgData name="Gabriel JULIEN" userId="e50c932d-b186-489d-8d71-aba54feca4d5" providerId="ADAL" clId="{F3543349-E7C9-5F90-A868-F12F66B704B2}" dt="2026-04-27T15:50:50.054" v="183" actId="1076"/>
          <ac:spMkLst>
            <pc:docMk/>
            <pc:sldMk cId="746656164" sldId="2147483549"/>
            <ac:spMk id="6" creationId="{F7ADA67C-636D-FD4E-8163-980690CED1EE}"/>
          </ac:spMkLst>
        </pc:spChg>
        <pc:spChg chg="mod">
          <ac:chgData name="Gabriel JULIEN" userId="e50c932d-b186-489d-8d71-aba54feca4d5" providerId="ADAL" clId="{F3543349-E7C9-5F90-A868-F12F66B704B2}" dt="2026-04-27T15:53:00.557" v="206" actId="14100"/>
          <ac:spMkLst>
            <pc:docMk/>
            <pc:sldMk cId="746656164" sldId="2147483549"/>
            <ac:spMk id="7" creationId="{53AE9933-69BB-D141-BDA8-742A85F8C43B}"/>
          </ac:spMkLst>
        </pc:spChg>
        <pc:spChg chg="mod">
          <ac:chgData name="Gabriel JULIEN" userId="e50c932d-b186-489d-8d71-aba54feca4d5" providerId="ADAL" clId="{F3543349-E7C9-5F90-A868-F12F66B704B2}" dt="2026-04-27T15:49:32.925" v="166" actId="1036"/>
          <ac:spMkLst>
            <pc:docMk/>
            <pc:sldMk cId="746656164" sldId="2147483549"/>
            <ac:spMk id="8" creationId="{DD51B828-3FF7-B44A-A5AA-8D4CEBA16770}"/>
          </ac:spMkLst>
        </pc:spChg>
        <pc:spChg chg="mod">
          <ac:chgData name="Gabriel JULIEN" userId="e50c932d-b186-489d-8d71-aba54feca4d5" providerId="ADAL" clId="{F3543349-E7C9-5F90-A868-F12F66B704B2}" dt="2026-04-27T15:49:32.925" v="166" actId="1036"/>
          <ac:spMkLst>
            <pc:docMk/>
            <pc:sldMk cId="746656164" sldId="2147483549"/>
            <ac:spMk id="9" creationId="{D21394AD-6294-4A47-A5CF-7013FA0826D0}"/>
          </ac:spMkLst>
        </pc:spChg>
        <pc:spChg chg="mod">
          <ac:chgData name="Gabriel JULIEN" userId="e50c932d-b186-489d-8d71-aba54feca4d5" providerId="ADAL" clId="{F3543349-E7C9-5F90-A868-F12F66B704B2}" dt="2026-04-27T15:52:16.058" v="200" actId="1076"/>
          <ac:spMkLst>
            <pc:docMk/>
            <pc:sldMk cId="746656164" sldId="2147483549"/>
            <ac:spMk id="10" creationId="{5921CBFF-C155-D14E-BFA4-0491810D29C6}"/>
          </ac:spMkLst>
        </pc:spChg>
        <pc:spChg chg="mod">
          <ac:chgData name="Gabriel JULIEN" userId="e50c932d-b186-489d-8d71-aba54feca4d5" providerId="ADAL" clId="{F3543349-E7C9-5F90-A868-F12F66B704B2}" dt="2026-04-27T15:52:28.982" v="201" actId="12"/>
          <ac:spMkLst>
            <pc:docMk/>
            <pc:sldMk cId="746656164" sldId="2147483549"/>
            <ac:spMk id="12" creationId="{C381B4DD-256B-5F4A-8449-6E124E815BA5}"/>
          </ac:spMkLst>
        </pc:spChg>
        <pc:spChg chg="mod">
          <ac:chgData name="Gabriel JULIEN" userId="e50c932d-b186-489d-8d71-aba54feca4d5" providerId="ADAL" clId="{F3543349-E7C9-5F90-A868-F12F66B704B2}" dt="2026-04-27T15:52:54.646" v="205" actId="14100"/>
          <ac:spMkLst>
            <pc:docMk/>
            <pc:sldMk cId="746656164" sldId="2147483549"/>
            <ac:spMk id="13" creationId="{88162D79-7CA7-3447-B42E-C314D9E408FC}"/>
          </ac:spMkLst>
        </pc:spChg>
        <pc:spChg chg="mod">
          <ac:chgData name="Gabriel JULIEN" userId="e50c932d-b186-489d-8d71-aba54feca4d5" providerId="ADAL" clId="{F3543349-E7C9-5F90-A868-F12F66B704B2}" dt="2026-04-27T15:49:21.369" v="139" actId="1036"/>
          <ac:spMkLst>
            <pc:docMk/>
            <pc:sldMk cId="746656164" sldId="2147483549"/>
            <ac:spMk id="14" creationId="{A4A1FD5C-B4E7-9649-9380-0CE9F24EC30C}"/>
          </ac:spMkLst>
        </pc:spChg>
        <pc:spChg chg="mod">
          <ac:chgData name="Gabriel JULIEN" userId="e50c932d-b186-489d-8d71-aba54feca4d5" providerId="ADAL" clId="{F3543349-E7C9-5F90-A868-F12F66B704B2}" dt="2026-04-27T15:49:02.553" v="116" actId="403"/>
          <ac:spMkLst>
            <pc:docMk/>
            <pc:sldMk cId="746656164" sldId="2147483549"/>
            <ac:spMk id="15" creationId="{E54A3C78-FA67-9740-811E-4EE9CF3D1CD0}"/>
          </ac:spMkLst>
        </pc:spChg>
        <pc:spChg chg="mod">
          <ac:chgData name="Gabriel JULIEN" userId="e50c932d-b186-489d-8d71-aba54feca4d5" providerId="ADAL" clId="{F3543349-E7C9-5F90-A868-F12F66B704B2}" dt="2026-04-27T15:51:44.090" v="193" actId="403"/>
          <ac:spMkLst>
            <pc:docMk/>
            <pc:sldMk cId="746656164" sldId="2147483549"/>
            <ac:spMk id="16" creationId="{68DCA304-C2C7-6140-80BA-BC6637C26E28}"/>
          </ac:spMkLst>
        </pc:spChg>
        <pc:spChg chg="mod">
          <ac:chgData name="Gabriel JULIEN" userId="e50c932d-b186-489d-8d71-aba54feca4d5" providerId="ADAL" clId="{F3543349-E7C9-5F90-A868-F12F66B704B2}" dt="2026-04-27T15:52:34.844" v="202" actId="12"/>
          <ac:spMkLst>
            <pc:docMk/>
            <pc:sldMk cId="746656164" sldId="2147483549"/>
            <ac:spMk id="18" creationId="{40B92894-54E6-EC4E-8AE4-3336D9DAE628}"/>
          </ac:spMkLst>
        </pc:spChg>
        <pc:spChg chg="mod">
          <ac:chgData name="Gabriel JULIEN" userId="e50c932d-b186-489d-8d71-aba54feca4d5" providerId="ADAL" clId="{F3543349-E7C9-5F90-A868-F12F66B704B2}" dt="2026-04-27T15:52:48.642" v="204" actId="14100"/>
          <ac:spMkLst>
            <pc:docMk/>
            <pc:sldMk cId="746656164" sldId="2147483549"/>
            <ac:spMk id="19" creationId="{775B65D6-DC23-B04D-85E8-F947AF4FC38D}"/>
          </ac:spMkLst>
        </pc:spChg>
        <pc:spChg chg="mod">
          <ac:chgData name="Gabriel JULIEN" userId="e50c932d-b186-489d-8d71-aba54feca4d5" providerId="ADAL" clId="{F3543349-E7C9-5F90-A868-F12F66B704B2}" dt="2026-04-27T15:49:25.254" v="151" actId="1038"/>
          <ac:spMkLst>
            <pc:docMk/>
            <pc:sldMk cId="746656164" sldId="2147483549"/>
            <ac:spMk id="20" creationId="{31803A01-948C-5C4A-8FDE-86C4B0D97AAB}"/>
          </ac:spMkLst>
        </pc:spChg>
        <pc:spChg chg="mod">
          <ac:chgData name="Gabriel JULIEN" userId="e50c932d-b186-489d-8d71-aba54feca4d5" providerId="ADAL" clId="{F3543349-E7C9-5F90-A868-F12F66B704B2}" dt="2026-04-27T15:49:32.925" v="166" actId="1036"/>
          <ac:spMkLst>
            <pc:docMk/>
            <pc:sldMk cId="746656164" sldId="2147483549"/>
            <ac:spMk id="21" creationId="{13607B1C-8D34-3940-99F5-E5457B734603}"/>
          </ac:spMkLst>
        </pc:spChg>
        <pc:spChg chg="mod">
          <ac:chgData name="Gabriel JULIEN" userId="e50c932d-b186-489d-8d71-aba54feca4d5" providerId="ADAL" clId="{F3543349-E7C9-5F90-A868-F12F66B704B2}" dt="2026-04-27T15:51:37.264" v="190" actId="1076"/>
          <ac:spMkLst>
            <pc:docMk/>
            <pc:sldMk cId="746656164" sldId="2147483549"/>
            <ac:spMk id="22" creationId="{1A4A3A50-E32E-A34B-8DB5-1325F2F30F44}"/>
          </ac:spMkLst>
        </pc:spChg>
        <pc:spChg chg="mod">
          <ac:chgData name="Gabriel JULIEN" userId="e50c932d-b186-489d-8d71-aba54feca4d5" providerId="ADAL" clId="{F3543349-E7C9-5F90-A868-F12F66B704B2}" dt="2026-04-27T15:49:32.925" v="166" actId="1036"/>
          <ac:spMkLst>
            <pc:docMk/>
            <pc:sldMk cId="746656164" sldId="2147483549"/>
            <ac:spMk id="23" creationId="{0F13640A-F174-524C-A282-C4A41C71CD50}"/>
          </ac:spMkLst>
        </pc:spChg>
        <pc:spChg chg="mod">
          <ac:chgData name="Gabriel JULIEN" userId="e50c932d-b186-489d-8d71-aba54feca4d5" providerId="ADAL" clId="{F3543349-E7C9-5F90-A868-F12F66B704B2}" dt="2026-04-27T15:52:40.612" v="203" actId="12"/>
          <ac:spMkLst>
            <pc:docMk/>
            <pc:sldMk cId="746656164" sldId="2147483549"/>
            <ac:spMk id="24" creationId="{0527BC0E-658A-2942-ACFB-8DC8EF58D4D4}"/>
          </ac:spMkLst>
        </pc:spChg>
        <pc:inkChg chg="add mod">
          <ac:chgData name="Gabriel JULIEN" userId="e50c932d-b186-489d-8d71-aba54feca4d5" providerId="ADAL" clId="{F3543349-E7C9-5F90-A868-F12F66B704B2}" dt="2026-04-28T08:36:20.898" v="1241" actId="1076"/>
          <ac:inkMkLst>
            <pc:docMk/>
            <pc:sldMk cId="746656164" sldId="2147483549"/>
            <ac:inkMk id="4" creationId="{2CDCC0E4-BFA1-8495-6C11-60B7617CBDAC}"/>
          </ac:inkMkLst>
        </pc:inkChg>
        <pc:inkChg chg="add mod">
          <ac:chgData name="Gabriel JULIEN" userId="e50c932d-b186-489d-8d71-aba54feca4d5" providerId="ADAL" clId="{F3543349-E7C9-5F90-A868-F12F66B704B2}" dt="2026-04-28T08:36:32.477" v="1246" actId="1076"/>
          <ac:inkMkLst>
            <pc:docMk/>
            <pc:sldMk cId="746656164" sldId="2147483549"/>
            <ac:inkMk id="27" creationId="{581C7F12-8243-2957-B6E1-3958A957A9A1}"/>
          </ac:inkMkLst>
        </pc:inkChg>
      </pc:sldChg>
      <pc:sldChg chg="delSp modSp mod modClrScheme chgLayout">
        <pc:chgData name="Gabriel JULIEN" userId="e50c932d-b186-489d-8d71-aba54feca4d5" providerId="ADAL" clId="{F3543349-E7C9-5F90-A868-F12F66B704B2}" dt="2026-04-28T09:47:47.677" v="2627" actId="1076"/>
        <pc:sldMkLst>
          <pc:docMk/>
          <pc:sldMk cId="2658915922" sldId="2147483553"/>
        </pc:sldMkLst>
        <pc:spChg chg="mod ord">
          <ac:chgData name="Gabriel JULIEN" userId="e50c932d-b186-489d-8d71-aba54feca4d5" providerId="ADAL" clId="{F3543349-E7C9-5F90-A868-F12F66B704B2}" dt="2026-04-28T09:47:47.677" v="2627" actId="1076"/>
          <ac:spMkLst>
            <pc:docMk/>
            <pc:sldMk cId="2658915922" sldId="2147483553"/>
            <ac:spMk id="2" creationId="{3380B496-43B1-0C2F-2517-F7351A839526}"/>
          </ac:spMkLst>
        </pc:spChg>
      </pc:sldChg>
      <pc:sldChg chg="delSp modSp mod modClrScheme chgLayout">
        <pc:chgData name="Gabriel JULIEN" userId="e50c932d-b186-489d-8d71-aba54feca4d5" providerId="ADAL" clId="{F3543349-E7C9-5F90-A868-F12F66B704B2}" dt="2026-04-28T10:02:47.498" v="3260" actId="14100"/>
        <pc:sldMkLst>
          <pc:docMk/>
          <pc:sldMk cId="2707808521" sldId="2147483556"/>
        </pc:sldMkLst>
        <pc:spChg chg="mod ord">
          <ac:chgData name="Gabriel JULIEN" userId="e50c932d-b186-489d-8d71-aba54feca4d5" providerId="ADAL" clId="{F3543349-E7C9-5F90-A868-F12F66B704B2}" dt="2026-04-27T15:14:41.815" v="26" actId="1076"/>
          <ac:spMkLst>
            <pc:docMk/>
            <pc:sldMk cId="2707808521" sldId="2147483556"/>
            <ac:spMk id="5" creationId="{1CE16D94-C4DB-DA6B-F51F-9EB6F07AD77A}"/>
          </ac:spMkLst>
        </pc:spChg>
        <pc:spChg chg="mod">
          <ac:chgData name="Gabriel JULIEN" userId="e50c932d-b186-489d-8d71-aba54feca4d5" providerId="ADAL" clId="{F3543349-E7C9-5F90-A868-F12F66B704B2}" dt="2026-04-27T16:25:13.352" v="869" actId="20577"/>
          <ac:spMkLst>
            <pc:docMk/>
            <pc:sldMk cId="2707808521" sldId="2147483556"/>
            <ac:spMk id="8" creationId="{6FE591ED-F7FF-B194-18C8-27F942526D53}"/>
          </ac:spMkLst>
        </pc:spChg>
        <pc:spChg chg="mod">
          <ac:chgData name="Gabriel JULIEN" userId="e50c932d-b186-489d-8d71-aba54feca4d5" providerId="ADAL" clId="{F3543349-E7C9-5F90-A868-F12F66B704B2}" dt="2026-04-28T10:02:47.498" v="3260" actId="14100"/>
          <ac:spMkLst>
            <pc:docMk/>
            <pc:sldMk cId="2707808521" sldId="2147483556"/>
            <ac:spMk id="9" creationId="{675A57AC-9840-B2F2-AF79-AB40AD4D4E21}"/>
          </ac:spMkLst>
        </pc:spChg>
        <pc:spChg chg="mod">
          <ac:chgData name="Gabriel JULIEN" userId="e50c932d-b186-489d-8d71-aba54feca4d5" providerId="ADAL" clId="{F3543349-E7C9-5F90-A868-F12F66B704B2}" dt="2026-04-28T10:02:40.737" v="3259" actId="14100"/>
          <ac:spMkLst>
            <pc:docMk/>
            <pc:sldMk cId="2707808521" sldId="2147483556"/>
            <ac:spMk id="10" creationId="{3BED8C24-8941-4924-64C1-938D27D574BE}"/>
          </ac:spMkLst>
        </pc:spChg>
        <pc:spChg chg="mod">
          <ac:chgData name="Gabriel JULIEN" userId="e50c932d-b186-489d-8d71-aba54feca4d5" providerId="ADAL" clId="{F3543349-E7C9-5F90-A868-F12F66B704B2}" dt="2026-04-27T16:25:17.186" v="871" actId="20577"/>
          <ac:spMkLst>
            <pc:docMk/>
            <pc:sldMk cId="2707808521" sldId="2147483556"/>
            <ac:spMk id="19" creationId="{8482E105-56C8-13D5-76C8-146BF9393E64}"/>
          </ac:spMkLst>
        </pc:spChg>
      </pc:sldChg>
      <pc:sldChg chg="delSp modSp mod modClrScheme chgLayout">
        <pc:chgData name="Gabriel JULIEN" userId="e50c932d-b186-489d-8d71-aba54feca4d5" providerId="ADAL" clId="{F3543349-E7C9-5F90-A868-F12F66B704B2}" dt="2026-04-28T09:47:39.419" v="2626" actId="1076"/>
        <pc:sldMkLst>
          <pc:docMk/>
          <pc:sldMk cId="953138533" sldId="2147483559"/>
        </pc:sldMkLst>
        <pc:spChg chg="mod ord">
          <ac:chgData name="Gabriel JULIEN" userId="e50c932d-b186-489d-8d71-aba54feca4d5" providerId="ADAL" clId="{F3543349-E7C9-5F90-A868-F12F66B704B2}" dt="2026-04-28T09:47:39.419" v="2626" actId="1076"/>
          <ac:spMkLst>
            <pc:docMk/>
            <pc:sldMk cId="953138533" sldId="2147483559"/>
            <ac:spMk id="2" creationId="{7182C687-8AF7-CE57-16B0-47B994330DF5}"/>
          </ac:spMkLst>
        </pc:spChg>
        <pc:spChg chg="mod">
          <ac:chgData name="Gabriel JULIEN" userId="e50c932d-b186-489d-8d71-aba54feca4d5" providerId="ADAL" clId="{F3543349-E7C9-5F90-A868-F12F66B704B2}" dt="2026-04-27T15:47:35.530" v="74" actId="404"/>
          <ac:spMkLst>
            <pc:docMk/>
            <pc:sldMk cId="953138533" sldId="2147483559"/>
            <ac:spMk id="6" creationId="{C5FCF555-FDA4-614C-9D49-E49CC468871F}"/>
          </ac:spMkLst>
        </pc:spChg>
        <pc:spChg chg="mod">
          <ac:chgData name="Gabriel JULIEN" userId="e50c932d-b186-489d-8d71-aba54feca4d5" providerId="ADAL" clId="{F3543349-E7C9-5F90-A868-F12F66B704B2}" dt="2026-04-27T15:47:45.650" v="91" actId="1038"/>
          <ac:spMkLst>
            <pc:docMk/>
            <pc:sldMk cId="953138533" sldId="2147483559"/>
            <ac:spMk id="7" creationId="{39A9990D-19E2-DE3A-042E-DBA50AED0D2B}"/>
          </ac:spMkLst>
        </pc:spChg>
        <pc:spChg chg="mod">
          <ac:chgData name="Gabriel JULIEN" userId="e50c932d-b186-489d-8d71-aba54feca4d5" providerId="ADAL" clId="{F3543349-E7C9-5F90-A868-F12F66B704B2}" dt="2026-04-27T15:47:15.550" v="69" actId="1036"/>
          <ac:spMkLst>
            <pc:docMk/>
            <pc:sldMk cId="953138533" sldId="2147483559"/>
            <ac:spMk id="11" creationId="{65EB2190-157E-FF5C-9970-97B749EC7B85}"/>
          </ac:spMkLst>
        </pc:spChg>
        <pc:spChg chg="mod">
          <ac:chgData name="Gabriel JULIEN" userId="e50c932d-b186-489d-8d71-aba54feca4d5" providerId="ADAL" clId="{F3543349-E7C9-5F90-A868-F12F66B704B2}" dt="2026-04-27T15:47:15.550" v="69" actId="1036"/>
          <ac:spMkLst>
            <pc:docMk/>
            <pc:sldMk cId="953138533" sldId="2147483559"/>
            <ac:spMk id="13" creationId="{C5D0C158-E859-CA0C-3C3C-2CEA9AEFEDFA}"/>
          </ac:spMkLst>
        </pc:spChg>
        <pc:spChg chg="mod">
          <ac:chgData name="Gabriel JULIEN" userId="e50c932d-b186-489d-8d71-aba54feca4d5" providerId="ADAL" clId="{F3543349-E7C9-5F90-A868-F12F66B704B2}" dt="2026-04-27T15:47:15.550" v="69" actId="1036"/>
          <ac:spMkLst>
            <pc:docMk/>
            <pc:sldMk cId="953138533" sldId="2147483559"/>
            <ac:spMk id="14" creationId="{778FD9D0-A091-8DE5-D76D-39265201ADF2}"/>
          </ac:spMkLst>
        </pc:spChg>
        <pc:spChg chg="mod">
          <ac:chgData name="Gabriel JULIEN" userId="e50c932d-b186-489d-8d71-aba54feca4d5" providerId="ADAL" clId="{F3543349-E7C9-5F90-A868-F12F66B704B2}" dt="2026-04-27T15:47:15.550" v="69" actId="1036"/>
          <ac:spMkLst>
            <pc:docMk/>
            <pc:sldMk cId="953138533" sldId="2147483559"/>
            <ac:spMk id="15" creationId="{DCE59AD3-98C1-BD72-5A0C-185DA0BF3BE9}"/>
          </ac:spMkLst>
        </pc:spChg>
        <pc:spChg chg="mod">
          <ac:chgData name="Gabriel JULIEN" userId="e50c932d-b186-489d-8d71-aba54feca4d5" providerId="ADAL" clId="{F3543349-E7C9-5F90-A868-F12F66B704B2}" dt="2026-04-27T15:47:15.550" v="69" actId="1036"/>
          <ac:spMkLst>
            <pc:docMk/>
            <pc:sldMk cId="953138533" sldId="2147483559"/>
            <ac:spMk id="18" creationId="{2283B13D-361E-7FBA-58A2-DB60149582E6}"/>
          </ac:spMkLst>
        </pc:spChg>
        <pc:spChg chg="mod">
          <ac:chgData name="Gabriel JULIEN" userId="e50c932d-b186-489d-8d71-aba54feca4d5" providerId="ADAL" clId="{F3543349-E7C9-5F90-A868-F12F66B704B2}" dt="2026-04-27T15:47:15.550" v="69" actId="1036"/>
          <ac:spMkLst>
            <pc:docMk/>
            <pc:sldMk cId="953138533" sldId="2147483559"/>
            <ac:spMk id="20" creationId="{B064F9F7-E4B2-8547-DEF6-82215762DF9D}"/>
          </ac:spMkLst>
        </pc:spChg>
        <pc:spChg chg="mod">
          <ac:chgData name="Gabriel JULIEN" userId="e50c932d-b186-489d-8d71-aba54feca4d5" providerId="ADAL" clId="{F3543349-E7C9-5F90-A868-F12F66B704B2}" dt="2026-04-27T15:47:15.550" v="69" actId="1036"/>
          <ac:spMkLst>
            <pc:docMk/>
            <pc:sldMk cId="953138533" sldId="2147483559"/>
            <ac:spMk id="21" creationId="{28F5CA45-60A5-0064-5618-8EDC20D7FDEE}"/>
          </ac:spMkLst>
        </pc:spChg>
        <pc:spChg chg="mod">
          <ac:chgData name="Gabriel JULIEN" userId="e50c932d-b186-489d-8d71-aba54feca4d5" providerId="ADAL" clId="{F3543349-E7C9-5F90-A868-F12F66B704B2}" dt="2026-04-27T15:47:15.550" v="69" actId="1036"/>
          <ac:spMkLst>
            <pc:docMk/>
            <pc:sldMk cId="953138533" sldId="2147483559"/>
            <ac:spMk id="24" creationId="{27FE8453-BC73-C92D-252C-2F157FD0160C}"/>
          </ac:spMkLst>
        </pc:spChg>
        <pc:spChg chg="mod">
          <ac:chgData name="Gabriel JULIEN" userId="e50c932d-b186-489d-8d71-aba54feca4d5" providerId="ADAL" clId="{F3543349-E7C9-5F90-A868-F12F66B704B2}" dt="2026-04-27T15:47:15.550" v="69" actId="1036"/>
          <ac:spMkLst>
            <pc:docMk/>
            <pc:sldMk cId="953138533" sldId="2147483559"/>
            <ac:spMk id="30" creationId="{17EEEC13-F570-8E9A-6C7B-AB7C0F1FC4C5}"/>
          </ac:spMkLst>
        </pc:spChg>
        <pc:spChg chg="mod">
          <ac:chgData name="Gabriel JULIEN" userId="e50c932d-b186-489d-8d71-aba54feca4d5" providerId="ADAL" clId="{F3543349-E7C9-5F90-A868-F12F66B704B2}" dt="2026-04-27T15:47:15.550" v="69" actId="1036"/>
          <ac:spMkLst>
            <pc:docMk/>
            <pc:sldMk cId="953138533" sldId="2147483559"/>
            <ac:spMk id="32" creationId="{FEFFE81F-8451-F76B-EB72-B44880E64DDE}"/>
          </ac:spMkLst>
        </pc:spChg>
      </pc:sldChg>
      <pc:sldChg chg="delSp modSp mod modClrScheme chgLayout">
        <pc:chgData name="Gabriel JULIEN" userId="e50c932d-b186-489d-8d71-aba54feca4d5" providerId="ADAL" clId="{F3543349-E7C9-5F90-A868-F12F66B704B2}" dt="2026-04-28T09:51:23.909" v="2723" actId="1076"/>
        <pc:sldMkLst>
          <pc:docMk/>
          <pc:sldMk cId="1591378744" sldId="2147483560"/>
        </pc:sldMkLst>
        <pc:spChg chg="mod ord">
          <ac:chgData name="Gabriel JULIEN" userId="e50c932d-b186-489d-8d71-aba54feca4d5" providerId="ADAL" clId="{F3543349-E7C9-5F90-A868-F12F66B704B2}" dt="2026-04-28T09:47:58.145" v="2628" actId="113"/>
          <ac:spMkLst>
            <pc:docMk/>
            <pc:sldMk cId="1591378744" sldId="2147483560"/>
            <ac:spMk id="3" creationId="{14E7F534-E569-D12C-A1B5-DFC30907D259}"/>
          </ac:spMkLst>
        </pc:spChg>
        <pc:spChg chg="mod">
          <ac:chgData name="Gabriel JULIEN" userId="e50c932d-b186-489d-8d71-aba54feca4d5" providerId="ADAL" clId="{F3543349-E7C9-5F90-A868-F12F66B704B2}" dt="2026-04-28T09:51:13.292" v="2721" actId="1076"/>
          <ac:spMkLst>
            <pc:docMk/>
            <pc:sldMk cId="1591378744" sldId="2147483560"/>
            <ac:spMk id="7" creationId="{CCC8751D-ED44-1A39-9E6C-3F5BFE2551AD}"/>
          </ac:spMkLst>
        </pc:spChg>
        <pc:spChg chg="mod">
          <ac:chgData name="Gabriel JULIEN" userId="e50c932d-b186-489d-8d71-aba54feca4d5" providerId="ADAL" clId="{F3543349-E7C9-5F90-A868-F12F66B704B2}" dt="2026-04-28T09:51:17.775" v="2722" actId="1076"/>
          <ac:spMkLst>
            <pc:docMk/>
            <pc:sldMk cId="1591378744" sldId="2147483560"/>
            <ac:spMk id="8" creationId="{528BFCD5-2B4C-D839-9BDC-F2E509B81409}"/>
          </ac:spMkLst>
        </pc:spChg>
        <pc:spChg chg="mod">
          <ac:chgData name="Gabriel JULIEN" userId="e50c932d-b186-489d-8d71-aba54feca4d5" providerId="ADAL" clId="{F3543349-E7C9-5F90-A868-F12F66B704B2}" dt="2026-04-28T09:51:08.774" v="2720" actId="14100"/>
          <ac:spMkLst>
            <pc:docMk/>
            <pc:sldMk cId="1591378744" sldId="2147483560"/>
            <ac:spMk id="12" creationId="{5E5EB47C-9D06-64E2-F51A-58D279D2122B}"/>
          </ac:spMkLst>
        </pc:spChg>
        <pc:spChg chg="mod">
          <ac:chgData name="Gabriel JULIEN" userId="e50c932d-b186-489d-8d71-aba54feca4d5" providerId="ADAL" clId="{F3543349-E7C9-5F90-A868-F12F66B704B2}" dt="2026-04-28T09:48:14.059" v="2639" actId="1037"/>
          <ac:spMkLst>
            <pc:docMk/>
            <pc:sldMk cId="1591378744" sldId="2147483560"/>
            <ac:spMk id="14" creationId="{0370CD2E-8759-8816-E427-EAB9C23546B5}"/>
          </ac:spMkLst>
        </pc:spChg>
        <pc:spChg chg="mod">
          <ac:chgData name="Gabriel JULIEN" userId="e50c932d-b186-489d-8d71-aba54feca4d5" providerId="ADAL" clId="{F3543349-E7C9-5F90-A868-F12F66B704B2}" dt="2026-04-28T09:49:32.122" v="2687" actId="1036"/>
          <ac:spMkLst>
            <pc:docMk/>
            <pc:sldMk cId="1591378744" sldId="2147483560"/>
            <ac:spMk id="18" creationId="{CE4A7567-735A-3694-C127-9E70E9C0BA76}"/>
          </ac:spMkLst>
        </pc:spChg>
        <pc:spChg chg="mod">
          <ac:chgData name="Gabriel JULIEN" userId="e50c932d-b186-489d-8d71-aba54feca4d5" providerId="ADAL" clId="{F3543349-E7C9-5F90-A868-F12F66B704B2}" dt="2026-04-28T09:51:23.909" v="2723" actId="1076"/>
          <ac:spMkLst>
            <pc:docMk/>
            <pc:sldMk cId="1591378744" sldId="2147483560"/>
            <ac:spMk id="21" creationId="{A424A466-4CCD-ED0E-F330-5F85449BC2D6}"/>
          </ac:spMkLst>
        </pc:spChg>
        <pc:picChg chg="mod">
          <ac:chgData name="Gabriel JULIEN" userId="e50c932d-b186-489d-8d71-aba54feca4d5" providerId="ADAL" clId="{F3543349-E7C9-5F90-A868-F12F66B704B2}" dt="2026-04-28T09:48:09.778" v="2630" actId="1037"/>
          <ac:picMkLst>
            <pc:docMk/>
            <pc:sldMk cId="1591378744" sldId="2147483560"/>
            <ac:picMk id="39" creationId="{3090C2FB-9297-2A96-477A-7F5B38AAA9A3}"/>
          </ac:picMkLst>
        </pc:picChg>
      </pc:sldChg>
      <pc:sldChg chg="addSp delSp modSp mod modClrScheme chgLayout">
        <pc:chgData name="Gabriel JULIEN" userId="e50c932d-b186-489d-8d71-aba54feca4d5" providerId="ADAL" clId="{F3543349-E7C9-5F90-A868-F12F66B704B2}" dt="2026-04-28T08:32:21.910" v="1175" actId="478"/>
        <pc:sldMkLst>
          <pc:docMk/>
          <pc:sldMk cId="3340452371" sldId="2147483561"/>
        </pc:sldMkLst>
        <pc:spChg chg="mod ord">
          <ac:chgData name="Gabriel JULIEN" userId="e50c932d-b186-489d-8d71-aba54feca4d5" providerId="ADAL" clId="{F3543349-E7C9-5F90-A868-F12F66B704B2}" dt="2026-04-27T15:55:34.960" v="290" actId="20577"/>
          <ac:spMkLst>
            <pc:docMk/>
            <pc:sldMk cId="3340452371" sldId="2147483561"/>
            <ac:spMk id="2" creationId="{F7828B22-BFB3-FE7F-83F0-00340C0B97E5}"/>
          </ac:spMkLst>
        </pc:spChg>
        <pc:spChg chg="mod">
          <ac:chgData name="Gabriel JULIEN" userId="e50c932d-b186-489d-8d71-aba54feca4d5" providerId="ADAL" clId="{F3543349-E7C9-5F90-A868-F12F66B704B2}" dt="2026-04-27T15:59:15.976" v="351" actId="1076"/>
          <ac:spMkLst>
            <pc:docMk/>
            <pc:sldMk cId="3340452371" sldId="2147483561"/>
            <ac:spMk id="4" creationId="{9055986F-0909-9440-83FE-5494C8743AFC}"/>
          </ac:spMkLst>
        </pc:spChg>
        <pc:spChg chg="mod">
          <ac:chgData name="Gabriel JULIEN" userId="e50c932d-b186-489d-8d71-aba54feca4d5" providerId="ADAL" clId="{F3543349-E7C9-5F90-A868-F12F66B704B2}" dt="2026-04-28T08:32:18.436" v="1174" actId="1036"/>
          <ac:spMkLst>
            <pc:docMk/>
            <pc:sldMk cId="3340452371" sldId="2147483561"/>
            <ac:spMk id="5" creationId="{F5C0D429-3740-594C-A6CB-C1B85A31153E}"/>
          </ac:spMkLst>
        </pc:spChg>
        <pc:spChg chg="mod">
          <ac:chgData name="Gabriel JULIEN" userId="e50c932d-b186-489d-8d71-aba54feca4d5" providerId="ADAL" clId="{F3543349-E7C9-5F90-A868-F12F66B704B2}" dt="2026-04-28T08:32:18.436" v="1174" actId="1036"/>
          <ac:spMkLst>
            <pc:docMk/>
            <pc:sldMk cId="3340452371" sldId="2147483561"/>
            <ac:spMk id="6" creationId="{238B4F1D-C96E-AB4A-9FA3-DFCC95FEB412}"/>
          </ac:spMkLst>
        </pc:spChg>
        <pc:spChg chg="mod">
          <ac:chgData name="Gabriel JULIEN" userId="e50c932d-b186-489d-8d71-aba54feca4d5" providerId="ADAL" clId="{F3543349-E7C9-5F90-A868-F12F66B704B2}" dt="2026-04-27T15:56:36.485" v="309" actId="1035"/>
          <ac:spMkLst>
            <pc:docMk/>
            <pc:sldMk cId="3340452371" sldId="2147483561"/>
            <ac:spMk id="7" creationId="{45DF79EA-EBA5-8A48-8196-662A42EC4480}"/>
          </ac:spMkLst>
        </pc:spChg>
        <pc:spChg chg="mod">
          <ac:chgData name="Gabriel JULIEN" userId="e50c932d-b186-489d-8d71-aba54feca4d5" providerId="ADAL" clId="{F3543349-E7C9-5F90-A868-F12F66B704B2}" dt="2026-04-28T08:32:18.436" v="1174" actId="1036"/>
          <ac:spMkLst>
            <pc:docMk/>
            <pc:sldMk cId="3340452371" sldId="2147483561"/>
            <ac:spMk id="8" creationId="{A3AA0635-20B4-F74A-9D23-B244236E8157}"/>
          </ac:spMkLst>
        </pc:spChg>
        <pc:spChg chg="mod">
          <ac:chgData name="Gabriel JULIEN" userId="e50c932d-b186-489d-8d71-aba54feca4d5" providerId="ADAL" clId="{F3543349-E7C9-5F90-A868-F12F66B704B2}" dt="2026-04-27T15:56:36.485" v="309" actId="1035"/>
          <ac:spMkLst>
            <pc:docMk/>
            <pc:sldMk cId="3340452371" sldId="2147483561"/>
            <ac:spMk id="9" creationId="{8B0F685E-39C6-834A-AB6F-71003136B890}"/>
          </ac:spMkLst>
        </pc:spChg>
        <pc:spChg chg="mod">
          <ac:chgData name="Gabriel JULIEN" userId="e50c932d-b186-489d-8d71-aba54feca4d5" providerId="ADAL" clId="{F3543349-E7C9-5F90-A868-F12F66B704B2}" dt="2026-04-28T08:32:18.436" v="1174" actId="1036"/>
          <ac:spMkLst>
            <pc:docMk/>
            <pc:sldMk cId="3340452371" sldId="2147483561"/>
            <ac:spMk id="10" creationId="{E95C9662-E17E-CF4D-AAFA-09ADF5AAAC57}"/>
          </ac:spMkLst>
        </pc:spChg>
        <pc:spChg chg="mod">
          <ac:chgData name="Gabriel JULIEN" userId="e50c932d-b186-489d-8d71-aba54feca4d5" providerId="ADAL" clId="{F3543349-E7C9-5F90-A868-F12F66B704B2}" dt="2026-04-27T15:56:36.485" v="309" actId="1035"/>
          <ac:spMkLst>
            <pc:docMk/>
            <pc:sldMk cId="3340452371" sldId="2147483561"/>
            <ac:spMk id="11" creationId="{F475ECC2-8B86-B546-B6AA-1D0B6CB30A45}"/>
          </ac:spMkLst>
        </pc:spChg>
        <pc:spChg chg="mod">
          <ac:chgData name="Gabriel JULIEN" userId="e50c932d-b186-489d-8d71-aba54feca4d5" providerId="ADAL" clId="{F3543349-E7C9-5F90-A868-F12F66B704B2}" dt="2026-04-27T15:56:36.485" v="309" actId="1035"/>
          <ac:spMkLst>
            <pc:docMk/>
            <pc:sldMk cId="3340452371" sldId="2147483561"/>
            <ac:spMk id="12" creationId="{ED39CE59-5388-1D42-8CB5-77DC871D0A57}"/>
          </ac:spMkLst>
        </pc:spChg>
        <pc:spChg chg="mod">
          <ac:chgData name="Gabriel JULIEN" userId="e50c932d-b186-489d-8d71-aba54feca4d5" providerId="ADAL" clId="{F3543349-E7C9-5F90-A868-F12F66B704B2}" dt="2026-04-27T15:56:36.485" v="309" actId="1035"/>
          <ac:spMkLst>
            <pc:docMk/>
            <pc:sldMk cId="3340452371" sldId="2147483561"/>
            <ac:spMk id="13" creationId="{75D4A556-264C-7143-B366-81FCE4D3EFA8}"/>
          </ac:spMkLst>
        </pc:spChg>
        <pc:spChg chg="mod">
          <ac:chgData name="Gabriel JULIEN" userId="e50c932d-b186-489d-8d71-aba54feca4d5" providerId="ADAL" clId="{F3543349-E7C9-5F90-A868-F12F66B704B2}" dt="2026-04-28T08:32:18.436" v="1174" actId="1036"/>
          <ac:spMkLst>
            <pc:docMk/>
            <pc:sldMk cId="3340452371" sldId="2147483561"/>
            <ac:spMk id="14" creationId="{76941788-D7F7-564F-8DA6-173D0A485F86}"/>
          </ac:spMkLst>
        </pc:spChg>
        <pc:spChg chg="mod">
          <ac:chgData name="Gabriel JULIEN" userId="e50c932d-b186-489d-8d71-aba54feca4d5" providerId="ADAL" clId="{F3543349-E7C9-5F90-A868-F12F66B704B2}" dt="2026-04-27T15:56:23.009" v="294" actId="1076"/>
          <ac:spMkLst>
            <pc:docMk/>
            <pc:sldMk cId="3340452371" sldId="2147483561"/>
            <ac:spMk id="15" creationId="{8BED5CB4-18C4-1845-B1EC-DCF40970FE17}"/>
          </ac:spMkLst>
        </pc:spChg>
        <pc:spChg chg="mod">
          <ac:chgData name="Gabriel JULIEN" userId="e50c932d-b186-489d-8d71-aba54feca4d5" providerId="ADAL" clId="{F3543349-E7C9-5F90-A868-F12F66B704B2}" dt="2026-04-27T15:56:23.009" v="294" actId="1076"/>
          <ac:spMkLst>
            <pc:docMk/>
            <pc:sldMk cId="3340452371" sldId="2147483561"/>
            <ac:spMk id="16" creationId="{4083F9D1-82A5-D74A-924A-B3B348462EDA}"/>
          </ac:spMkLst>
        </pc:spChg>
        <pc:spChg chg="mod">
          <ac:chgData name="Gabriel JULIEN" userId="e50c932d-b186-489d-8d71-aba54feca4d5" providerId="ADAL" clId="{F3543349-E7C9-5F90-A868-F12F66B704B2}" dt="2026-04-28T08:32:18.436" v="1174" actId="1036"/>
          <ac:spMkLst>
            <pc:docMk/>
            <pc:sldMk cId="3340452371" sldId="2147483561"/>
            <ac:spMk id="17" creationId="{EE2C32D8-6B06-3644-A287-3E767117D1A3}"/>
          </ac:spMkLst>
        </pc:spChg>
        <pc:spChg chg="mod">
          <ac:chgData name="Gabriel JULIEN" userId="e50c932d-b186-489d-8d71-aba54feca4d5" providerId="ADAL" clId="{F3543349-E7C9-5F90-A868-F12F66B704B2}" dt="2026-04-28T08:32:18.436" v="1174" actId="1036"/>
          <ac:spMkLst>
            <pc:docMk/>
            <pc:sldMk cId="3340452371" sldId="2147483561"/>
            <ac:spMk id="18" creationId="{6672B983-6813-B94B-B6D3-828A7BDE7695}"/>
          </ac:spMkLst>
        </pc:spChg>
        <pc:spChg chg="mod">
          <ac:chgData name="Gabriel JULIEN" userId="e50c932d-b186-489d-8d71-aba54feca4d5" providerId="ADAL" clId="{F3543349-E7C9-5F90-A868-F12F66B704B2}" dt="2026-04-28T08:32:18.436" v="1174" actId="1036"/>
          <ac:spMkLst>
            <pc:docMk/>
            <pc:sldMk cId="3340452371" sldId="2147483561"/>
            <ac:spMk id="19" creationId="{5938DE34-F310-4049-B8A4-085B826D1551}"/>
          </ac:spMkLst>
        </pc:spChg>
        <pc:spChg chg="mod">
          <ac:chgData name="Gabriel JULIEN" userId="e50c932d-b186-489d-8d71-aba54feca4d5" providerId="ADAL" clId="{F3543349-E7C9-5F90-A868-F12F66B704B2}" dt="2026-04-28T08:32:18.436" v="1174" actId="1036"/>
          <ac:spMkLst>
            <pc:docMk/>
            <pc:sldMk cId="3340452371" sldId="2147483561"/>
            <ac:spMk id="20" creationId="{B22B3B34-ABFF-AF41-AB93-F457F50148B0}"/>
          </ac:spMkLst>
        </pc:spChg>
        <pc:spChg chg="mod">
          <ac:chgData name="Gabriel JULIEN" userId="e50c932d-b186-489d-8d71-aba54feca4d5" providerId="ADAL" clId="{F3543349-E7C9-5F90-A868-F12F66B704B2}" dt="2026-04-28T08:32:18.436" v="1174" actId="1036"/>
          <ac:spMkLst>
            <pc:docMk/>
            <pc:sldMk cId="3340452371" sldId="2147483561"/>
            <ac:spMk id="21" creationId="{F74ACC33-ED0D-0445-B727-050107002A0A}"/>
          </ac:spMkLst>
        </pc:spChg>
        <pc:picChg chg="mod">
          <ac:chgData name="Gabriel JULIEN" userId="e50c932d-b186-489d-8d71-aba54feca4d5" providerId="ADAL" clId="{F3543349-E7C9-5F90-A868-F12F66B704B2}" dt="2026-04-27T15:58:27.009" v="343" actId="1076"/>
          <ac:picMkLst>
            <pc:docMk/>
            <pc:sldMk cId="3340452371" sldId="2147483561"/>
            <ac:picMk id="1026" creationId="{8A708E6F-55DD-CB2B-FB71-77DFB0C6ECE3}"/>
          </ac:picMkLst>
        </pc:picChg>
        <pc:picChg chg="mod">
          <ac:chgData name="Gabriel JULIEN" userId="e50c932d-b186-489d-8d71-aba54feca4d5" providerId="ADAL" clId="{F3543349-E7C9-5F90-A868-F12F66B704B2}" dt="2026-04-27T15:56:36.485" v="309" actId="1035"/>
          <ac:picMkLst>
            <pc:docMk/>
            <pc:sldMk cId="3340452371" sldId="2147483561"/>
            <ac:picMk id="1027" creationId="{00000000-0000-0000-0000-000000000000}"/>
          </ac:picMkLst>
        </pc:picChg>
        <pc:picChg chg="mod">
          <ac:chgData name="Gabriel JULIEN" userId="e50c932d-b186-489d-8d71-aba54feca4d5" providerId="ADAL" clId="{F3543349-E7C9-5F90-A868-F12F66B704B2}" dt="2026-04-27T15:56:36.485" v="309" actId="1035"/>
          <ac:picMkLst>
            <pc:docMk/>
            <pc:sldMk cId="3340452371" sldId="2147483561"/>
            <ac:picMk id="1028" creationId="{00000000-0000-0000-0000-000000000000}"/>
          </ac:picMkLst>
        </pc:picChg>
        <pc:picChg chg="mod">
          <ac:chgData name="Gabriel JULIEN" userId="e50c932d-b186-489d-8d71-aba54feca4d5" providerId="ADAL" clId="{F3543349-E7C9-5F90-A868-F12F66B704B2}" dt="2026-04-27T15:56:23.009" v="294" actId="1076"/>
          <ac:picMkLst>
            <pc:docMk/>
            <pc:sldMk cId="3340452371" sldId="2147483561"/>
            <ac:picMk id="1029" creationId="{00000000-0000-0000-0000-000000000000}"/>
          </ac:picMkLst>
        </pc:picChg>
        <pc:picChg chg="mod">
          <ac:chgData name="Gabriel JULIEN" userId="e50c932d-b186-489d-8d71-aba54feca4d5" providerId="ADAL" clId="{F3543349-E7C9-5F90-A868-F12F66B704B2}" dt="2026-04-27T15:56:12.377" v="293" actId="1076"/>
          <ac:picMkLst>
            <pc:docMk/>
            <pc:sldMk cId="3340452371" sldId="2147483561"/>
            <ac:picMk id="1030" creationId="{00000000-0000-0000-0000-000000000000}"/>
          </ac:picMkLst>
        </pc:picChg>
        <pc:cxnChg chg="add mod">
          <ac:chgData name="Gabriel JULIEN" userId="e50c932d-b186-489d-8d71-aba54feca4d5" providerId="ADAL" clId="{F3543349-E7C9-5F90-A868-F12F66B704B2}" dt="2026-04-28T08:30:49.320" v="1127" actId="1076"/>
          <ac:cxnSpMkLst>
            <pc:docMk/>
            <pc:sldMk cId="3340452371" sldId="2147483561"/>
            <ac:cxnSpMk id="22" creationId="{1206A315-7C48-462A-1D42-5B5485B9C219}"/>
          </ac:cxnSpMkLst>
        </pc:cxnChg>
        <pc:cxnChg chg="add mod">
          <ac:chgData name="Gabriel JULIEN" userId="e50c932d-b186-489d-8d71-aba54feca4d5" providerId="ADAL" clId="{F3543349-E7C9-5F90-A868-F12F66B704B2}" dt="2026-04-28T08:30:57.804" v="1128" actId="1076"/>
          <ac:cxnSpMkLst>
            <pc:docMk/>
            <pc:sldMk cId="3340452371" sldId="2147483561"/>
            <ac:cxnSpMk id="24" creationId="{F162622A-0833-FBA5-5785-30535E8B7F83}"/>
          </ac:cxnSpMkLst>
        </pc:cxnChg>
        <pc:cxnChg chg="add mod">
          <ac:chgData name="Gabriel JULIEN" userId="e50c932d-b186-489d-8d71-aba54feca4d5" providerId="ADAL" clId="{F3543349-E7C9-5F90-A868-F12F66B704B2}" dt="2026-04-28T08:30:57.804" v="1128" actId="1076"/>
          <ac:cxnSpMkLst>
            <pc:docMk/>
            <pc:sldMk cId="3340452371" sldId="2147483561"/>
            <ac:cxnSpMk id="25" creationId="{FFDFE3B9-8F7B-BAFC-E2EB-C1A89DB83293}"/>
          </ac:cxnSpMkLst>
        </pc:cxnChg>
        <pc:cxnChg chg="add mod">
          <ac:chgData name="Gabriel JULIEN" userId="e50c932d-b186-489d-8d71-aba54feca4d5" providerId="ADAL" clId="{F3543349-E7C9-5F90-A868-F12F66B704B2}" dt="2026-04-28T08:30:49.320" v="1127" actId="1076"/>
          <ac:cxnSpMkLst>
            <pc:docMk/>
            <pc:sldMk cId="3340452371" sldId="2147483561"/>
            <ac:cxnSpMk id="26" creationId="{91B1C6A2-E45A-53F9-4591-1A760811EE75}"/>
          </ac:cxnSpMkLst>
        </pc:cxnChg>
        <pc:cxnChg chg="add mod">
          <ac:chgData name="Gabriel JULIEN" userId="e50c932d-b186-489d-8d71-aba54feca4d5" providerId="ADAL" clId="{F3543349-E7C9-5F90-A868-F12F66B704B2}" dt="2026-04-28T08:31:11.732" v="1130" actId="14100"/>
          <ac:cxnSpMkLst>
            <pc:docMk/>
            <pc:sldMk cId="3340452371" sldId="2147483561"/>
            <ac:cxnSpMk id="27" creationId="{0D1102FA-F56B-8945-A707-DC08E4475987}"/>
          </ac:cxnSpMkLst>
        </pc:cxnChg>
        <pc:cxnChg chg="add mod">
          <ac:chgData name="Gabriel JULIEN" userId="e50c932d-b186-489d-8d71-aba54feca4d5" providerId="ADAL" clId="{F3543349-E7C9-5F90-A868-F12F66B704B2}" dt="2026-04-28T08:31:21.503" v="1132" actId="1076"/>
          <ac:cxnSpMkLst>
            <pc:docMk/>
            <pc:sldMk cId="3340452371" sldId="2147483561"/>
            <ac:cxnSpMk id="29" creationId="{7488F1A7-FA87-0CFC-B41B-68FEF8739794}"/>
          </ac:cxnSpMkLst>
        </pc:cxnChg>
        <pc:cxnChg chg="add mod">
          <ac:chgData name="Gabriel JULIEN" userId="e50c932d-b186-489d-8d71-aba54feca4d5" providerId="ADAL" clId="{F3543349-E7C9-5F90-A868-F12F66B704B2}" dt="2026-04-28T08:32:04.778" v="1161" actId="1037"/>
          <ac:cxnSpMkLst>
            <pc:docMk/>
            <pc:sldMk cId="3340452371" sldId="2147483561"/>
            <ac:cxnSpMk id="30" creationId="{9CE6B578-EFF1-B898-B65E-0F6815B95CE4}"/>
          </ac:cxnSpMkLst>
        </pc:cxnChg>
      </pc:sldChg>
      <pc:sldChg chg="delSp modSp mod modClrScheme chgLayout">
        <pc:chgData name="Gabriel JULIEN" userId="e50c932d-b186-489d-8d71-aba54feca4d5" providerId="ADAL" clId="{F3543349-E7C9-5F90-A868-F12F66B704B2}" dt="2026-04-28T08:32:49.198" v="1179" actId="478"/>
        <pc:sldMkLst>
          <pc:docMk/>
          <pc:sldMk cId="2912294666" sldId="2147483562"/>
        </pc:sldMkLst>
        <pc:spChg chg="mod ord">
          <ac:chgData name="Gabriel JULIEN" userId="e50c932d-b186-489d-8d71-aba54feca4d5" providerId="ADAL" clId="{F3543349-E7C9-5F90-A868-F12F66B704B2}" dt="2026-04-27T15:53:47.049" v="219" actId="1076"/>
          <ac:spMkLst>
            <pc:docMk/>
            <pc:sldMk cId="2912294666" sldId="2147483562"/>
            <ac:spMk id="2" creationId="{B8395FB0-7372-C751-DFCA-4F8D3403CAFE}"/>
          </ac:spMkLst>
        </pc:spChg>
        <pc:spChg chg="mod">
          <ac:chgData name="Gabriel JULIEN" userId="e50c932d-b186-489d-8d71-aba54feca4d5" providerId="ADAL" clId="{F3543349-E7C9-5F90-A868-F12F66B704B2}" dt="2026-04-27T15:54:04.658" v="223" actId="14100"/>
          <ac:spMkLst>
            <pc:docMk/>
            <pc:sldMk cId="2912294666" sldId="2147483562"/>
            <ac:spMk id="7" creationId="{E57F40D0-385C-A849-87C4-16400343D78B}"/>
          </ac:spMkLst>
        </pc:spChg>
        <pc:spChg chg="mod">
          <ac:chgData name="Gabriel JULIEN" userId="e50c932d-b186-489d-8d71-aba54feca4d5" providerId="ADAL" clId="{F3543349-E7C9-5F90-A868-F12F66B704B2}" dt="2026-04-27T15:53:59.759" v="222" actId="404"/>
          <ac:spMkLst>
            <pc:docMk/>
            <pc:sldMk cId="2912294666" sldId="2147483562"/>
            <ac:spMk id="8" creationId="{2EF042FE-7D30-EC45-98D4-C89987701675}"/>
          </ac:spMkLst>
        </pc:spChg>
        <pc:spChg chg="mod">
          <ac:chgData name="Gabriel JULIEN" userId="e50c932d-b186-489d-8d71-aba54feca4d5" providerId="ADAL" clId="{F3543349-E7C9-5F90-A868-F12F66B704B2}" dt="2026-04-27T15:54:11.015" v="242" actId="1035"/>
          <ac:spMkLst>
            <pc:docMk/>
            <pc:sldMk cId="2912294666" sldId="2147483562"/>
            <ac:spMk id="9" creationId="{4D285BE6-E3FA-4F44-B912-AA653F679AEE}"/>
          </ac:spMkLst>
        </pc:spChg>
        <pc:spChg chg="mod">
          <ac:chgData name="Gabriel JULIEN" userId="e50c932d-b186-489d-8d71-aba54feca4d5" providerId="ADAL" clId="{F3543349-E7C9-5F90-A868-F12F66B704B2}" dt="2026-04-27T15:54:32.064" v="266" actId="1036"/>
          <ac:spMkLst>
            <pc:docMk/>
            <pc:sldMk cId="2912294666" sldId="2147483562"/>
            <ac:spMk id="15" creationId="{F190BBB3-3E8D-FE47-9ABC-D82545440FD9}"/>
          </ac:spMkLst>
        </pc:spChg>
        <pc:spChg chg="mod">
          <ac:chgData name="Gabriel JULIEN" userId="e50c932d-b186-489d-8d71-aba54feca4d5" providerId="ADAL" clId="{F3543349-E7C9-5F90-A868-F12F66B704B2}" dt="2026-04-27T15:54:28.032" v="258" actId="1036"/>
          <ac:spMkLst>
            <pc:docMk/>
            <pc:sldMk cId="2912294666" sldId="2147483562"/>
            <ac:spMk id="19" creationId="{68FD12D6-413B-C04A-A79A-D22D9D4FDC07}"/>
          </ac:spMkLst>
        </pc:spChg>
        <pc:spChg chg="mod">
          <ac:chgData name="Gabriel JULIEN" userId="e50c932d-b186-489d-8d71-aba54feca4d5" providerId="ADAL" clId="{F3543349-E7C9-5F90-A868-F12F66B704B2}" dt="2026-04-27T15:54:39.519" v="281" actId="1036"/>
          <ac:spMkLst>
            <pc:docMk/>
            <pc:sldMk cId="2912294666" sldId="2147483562"/>
            <ac:spMk id="27" creationId="{895E9228-4579-464B-A75E-0E92A63A9CFF}"/>
          </ac:spMkLst>
        </pc:spChg>
        <pc:spChg chg="mod">
          <ac:chgData name="Gabriel JULIEN" userId="e50c932d-b186-489d-8d71-aba54feca4d5" providerId="ADAL" clId="{F3543349-E7C9-5F90-A868-F12F66B704B2}" dt="2026-04-27T15:55:02.693" v="284" actId="14100"/>
          <ac:spMkLst>
            <pc:docMk/>
            <pc:sldMk cId="2912294666" sldId="2147483562"/>
            <ac:spMk id="28" creationId="{520694DC-EAC5-F346-AFFB-500F26DC27B8}"/>
          </ac:spMkLst>
        </pc:spChg>
        <pc:spChg chg="mod">
          <ac:chgData name="Gabriel JULIEN" userId="e50c932d-b186-489d-8d71-aba54feca4d5" providerId="ADAL" clId="{F3543349-E7C9-5F90-A868-F12F66B704B2}" dt="2026-04-27T15:54:54.676" v="282" actId="14100"/>
          <ac:spMkLst>
            <pc:docMk/>
            <pc:sldMk cId="2912294666" sldId="2147483562"/>
            <ac:spMk id="80" creationId="{BC6C1BF1-2414-EE41-B4C1-DB0DCF89D259}"/>
          </ac:spMkLst>
        </pc:spChg>
        <pc:spChg chg="mod">
          <ac:chgData name="Gabriel JULIEN" userId="e50c932d-b186-489d-8d71-aba54feca4d5" providerId="ADAL" clId="{F3543349-E7C9-5F90-A868-F12F66B704B2}" dt="2026-04-27T15:54:58.958" v="283" actId="14100"/>
          <ac:spMkLst>
            <pc:docMk/>
            <pc:sldMk cId="2912294666" sldId="2147483562"/>
            <ac:spMk id="83" creationId="{0B0A4532-D5F0-374A-B350-314ADD4CF391}"/>
          </ac:spMkLst>
        </pc:spChg>
      </pc:sldChg>
      <pc:sldChg chg="delSp modSp mod modClrScheme chgLayout">
        <pc:chgData name="Gabriel JULIEN" userId="e50c932d-b186-489d-8d71-aba54feca4d5" providerId="ADAL" clId="{F3543349-E7C9-5F90-A868-F12F66B704B2}" dt="2026-04-27T15:46:51.082" v="48" actId="478"/>
        <pc:sldMkLst>
          <pc:docMk/>
          <pc:sldMk cId="3069627366" sldId="2147483563"/>
        </pc:sldMkLst>
      </pc:sldChg>
      <pc:sldChg chg="delSp modSp mod modClrScheme chgLayout">
        <pc:chgData name="Gabriel JULIEN" userId="e50c932d-b186-489d-8d71-aba54feca4d5" providerId="ADAL" clId="{F3543349-E7C9-5F90-A868-F12F66B704B2}" dt="2026-04-27T15:48:22.914" v="107" actId="478"/>
        <pc:sldMkLst>
          <pc:docMk/>
          <pc:sldMk cId="812707378" sldId="2147483564"/>
        </pc:sldMkLst>
        <pc:spChg chg="mod">
          <ac:chgData name="Gabriel JULIEN" userId="e50c932d-b186-489d-8d71-aba54feca4d5" providerId="ADAL" clId="{F3543349-E7C9-5F90-A868-F12F66B704B2}" dt="2026-04-27T15:48:18.704" v="106" actId="404"/>
          <ac:spMkLst>
            <pc:docMk/>
            <pc:sldMk cId="812707378" sldId="2147483564"/>
            <ac:spMk id="4" creationId="{1C002E0F-A0B3-6588-66F9-F54AAE68277C}"/>
          </ac:spMkLst>
        </pc:spChg>
      </pc:sldChg>
      <pc:sldChg chg="addSp delSp modSp mod modClrScheme chgLayout">
        <pc:chgData name="Gabriel JULIEN" userId="e50c932d-b186-489d-8d71-aba54feca4d5" providerId="ADAL" clId="{F3543349-E7C9-5F90-A868-F12F66B704B2}" dt="2026-04-28T08:32:56.145" v="1180" actId="478"/>
        <pc:sldMkLst>
          <pc:docMk/>
          <pc:sldMk cId="2396477200" sldId="2147483565"/>
        </pc:sldMkLst>
        <pc:spChg chg="mod ord">
          <ac:chgData name="Gabriel JULIEN" userId="e50c932d-b186-489d-8d71-aba54feca4d5" providerId="ADAL" clId="{F3543349-E7C9-5F90-A868-F12F66B704B2}" dt="2026-04-27T15:59:43.286" v="368" actId="1076"/>
          <ac:spMkLst>
            <pc:docMk/>
            <pc:sldMk cId="2396477200" sldId="2147483565"/>
            <ac:spMk id="2" creationId="{C9C16442-7743-AA81-83E3-FF301AE0833C}"/>
          </ac:spMkLst>
        </pc:spChg>
        <pc:spChg chg="add mod">
          <ac:chgData name="Gabriel JULIEN" userId="e50c932d-b186-489d-8d71-aba54feca4d5" providerId="ADAL" clId="{F3543349-E7C9-5F90-A868-F12F66B704B2}" dt="2026-04-27T16:02:49.514" v="415" actId="14100"/>
          <ac:spMkLst>
            <pc:docMk/>
            <pc:sldMk cId="2396477200" sldId="2147483565"/>
            <ac:spMk id="3" creationId="{436BD5B7-837F-19E1-77F6-5B2EB1ADABE3}"/>
          </ac:spMkLst>
        </pc:spChg>
        <pc:spChg chg="mod">
          <ac:chgData name="Gabriel JULIEN" userId="e50c932d-b186-489d-8d71-aba54feca4d5" providerId="ADAL" clId="{F3543349-E7C9-5F90-A868-F12F66B704B2}" dt="2026-04-27T16:01:05.249" v="386" actId="14100"/>
          <ac:spMkLst>
            <pc:docMk/>
            <pc:sldMk cId="2396477200" sldId="2147483565"/>
            <ac:spMk id="7" creationId="{80A78ED4-F947-0263-E516-508CD0F58BC9}"/>
          </ac:spMkLst>
        </pc:spChg>
        <pc:spChg chg="add mod">
          <ac:chgData name="Gabriel JULIEN" userId="e50c932d-b186-489d-8d71-aba54feca4d5" providerId="ADAL" clId="{F3543349-E7C9-5F90-A868-F12F66B704B2}" dt="2026-04-27T16:02:31.637" v="412" actId="1037"/>
          <ac:spMkLst>
            <pc:docMk/>
            <pc:sldMk cId="2396477200" sldId="2147483565"/>
            <ac:spMk id="8" creationId="{E6205EE2-9669-998A-568B-B20E6CF69BED}"/>
          </ac:spMkLst>
        </pc:spChg>
        <pc:spChg chg="mod">
          <ac:chgData name="Gabriel JULIEN" userId="e50c932d-b186-489d-8d71-aba54feca4d5" providerId="ADAL" clId="{F3543349-E7C9-5F90-A868-F12F66B704B2}" dt="2026-04-27T16:00:59.748" v="385" actId="1036"/>
          <ac:spMkLst>
            <pc:docMk/>
            <pc:sldMk cId="2396477200" sldId="2147483565"/>
            <ac:spMk id="13" creationId="{43FDA637-9F17-AEBC-26ED-A1B9B0453333}"/>
          </ac:spMkLst>
        </pc:spChg>
        <pc:spChg chg="mod">
          <ac:chgData name="Gabriel JULIEN" userId="e50c932d-b186-489d-8d71-aba54feca4d5" providerId="ADAL" clId="{F3543349-E7C9-5F90-A868-F12F66B704B2}" dt="2026-04-27T16:01:18.562" v="389" actId="404"/>
          <ac:spMkLst>
            <pc:docMk/>
            <pc:sldMk cId="2396477200" sldId="2147483565"/>
            <ac:spMk id="17" creationId="{83B04B90-F1FB-4147-E418-A9F9B5960837}"/>
          </ac:spMkLst>
        </pc:spChg>
        <pc:spChg chg="mod">
          <ac:chgData name="Gabriel JULIEN" userId="e50c932d-b186-489d-8d71-aba54feca4d5" providerId="ADAL" clId="{F3543349-E7C9-5F90-A868-F12F66B704B2}" dt="2026-04-27T16:01:25.095" v="391" actId="404"/>
          <ac:spMkLst>
            <pc:docMk/>
            <pc:sldMk cId="2396477200" sldId="2147483565"/>
            <ac:spMk id="18" creationId="{3C585730-AE33-91C4-E7F7-C1281F2E83A3}"/>
          </ac:spMkLst>
        </pc:spChg>
        <pc:spChg chg="mod">
          <ac:chgData name="Gabriel JULIEN" userId="e50c932d-b186-489d-8d71-aba54feca4d5" providerId="ADAL" clId="{F3543349-E7C9-5F90-A868-F12F66B704B2}" dt="2026-04-27T16:00:56.512" v="380" actId="1076"/>
          <ac:spMkLst>
            <pc:docMk/>
            <pc:sldMk cId="2396477200" sldId="2147483565"/>
            <ac:spMk id="20" creationId="{7930F50E-E0E4-5F1F-0C42-21CAFECA953E}"/>
          </ac:spMkLst>
        </pc:spChg>
        <pc:spChg chg="mod">
          <ac:chgData name="Gabriel JULIEN" userId="e50c932d-b186-489d-8d71-aba54feca4d5" providerId="ADAL" clId="{F3543349-E7C9-5F90-A868-F12F66B704B2}" dt="2026-04-27T16:02:01.998" v="397" actId="1076"/>
          <ac:spMkLst>
            <pc:docMk/>
            <pc:sldMk cId="2396477200" sldId="2147483565"/>
            <ac:spMk id="220" creationId="{60B35F15-7837-18E1-C234-83BA9460A215}"/>
          </ac:spMkLst>
        </pc:spChg>
        <pc:spChg chg="mod">
          <ac:chgData name="Gabriel JULIEN" userId="e50c932d-b186-489d-8d71-aba54feca4d5" providerId="ADAL" clId="{F3543349-E7C9-5F90-A868-F12F66B704B2}" dt="2026-04-27T16:01:54.478" v="396" actId="1076"/>
          <ac:spMkLst>
            <pc:docMk/>
            <pc:sldMk cId="2396477200" sldId="2147483565"/>
            <ac:spMk id="222" creationId="{71A457CE-FEA8-F890-4590-F2EFAAB5B896}"/>
          </ac:spMkLst>
        </pc:spChg>
        <pc:spChg chg="mod">
          <ac:chgData name="Gabriel JULIEN" userId="e50c932d-b186-489d-8d71-aba54feca4d5" providerId="ADAL" clId="{F3543349-E7C9-5F90-A868-F12F66B704B2}" dt="2026-04-27T16:01:54.478" v="396" actId="1076"/>
          <ac:spMkLst>
            <pc:docMk/>
            <pc:sldMk cId="2396477200" sldId="2147483565"/>
            <ac:spMk id="223" creationId="{E9AB1BFE-B426-5083-848C-9BEFCCAB6CE5}"/>
          </ac:spMkLst>
        </pc:spChg>
        <pc:picChg chg="mod">
          <ac:chgData name="Gabriel JULIEN" userId="e50c932d-b186-489d-8d71-aba54feca4d5" providerId="ADAL" clId="{F3543349-E7C9-5F90-A868-F12F66B704B2}" dt="2026-04-27T16:01:54.478" v="396" actId="1076"/>
          <ac:picMkLst>
            <pc:docMk/>
            <pc:sldMk cId="2396477200" sldId="2147483565"/>
            <ac:picMk id="221" creationId="{117A211D-86C8-7F47-4103-A67FCA841434}"/>
          </ac:picMkLst>
        </pc:picChg>
      </pc:sldChg>
      <pc:sldChg chg="delSp modSp mod modClrScheme chgLayout">
        <pc:chgData name="Gabriel JULIEN" userId="e50c932d-b186-489d-8d71-aba54feca4d5" providerId="ADAL" clId="{F3543349-E7C9-5F90-A868-F12F66B704B2}" dt="2026-04-27T16:03:17.645" v="418" actId="1076"/>
        <pc:sldMkLst>
          <pc:docMk/>
          <pc:sldMk cId="2803716200" sldId="2147483566"/>
        </pc:sldMkLst>
        <pc:spChg chg="mod">
          <ac:chgData name="Gabriel JULIEN" userId="e50c932d-b186-489d-8d71-aba54feca4d5" providerId="ADAL" clId="{F3543349-E7C9-5F90-A868-F12F66B704B2}" dt="2026-04-27T16:03:17.645" v="418" actId="1076"/>
          <ac:spMkLst>
            <pc:docMk/>
            <pc:sldMk cId="2803716200" sldId="2147483566"/>
            <ac:spMk id="4" creationId="{CE65B632-C25E-E1BA-8D95-0D98AEC44982}"/>
          </ac:spMkLst>
        </pc:spChg>
      </pc:sldChg>
      <pc:sldChg chg="delSp modSp mod modClrScheme chgLayout">
        <pc:chgData name="Gabriel JULIEN" userId="e50c932d-b186-489d-8d71-aba54feca4d5" providerId="ADAL" clId="{F3543349-E7C9-5F90-A868-F12F66B704B2}" dt="2026-04-28T09:47:13.456" v="2625" actId="20577"/>
        <pc:sldMkLst>
          <pc:docMk/>
          <pc:sldMk cId="2066453138" sldId="2147483567"/>
        </pc:sldMkLst>
        <pc:spChg chg="mod">
          <ac:chgData name="Gabriel JULIEN" userId="e50c932d-b186-489d-8d71-aba54feca4d5" providerId="ADAL" clId="{F3543349-E7C9-5F90-A868-F12F66B704B2}" dt="2026-04-27T16:26:18.230" v="877" actId="1076"/>
          <ac:spMkLst>
            <pc:docMk/>
            <pc:sldMk cId="2066453138" sldId="2147483567"/>
            <ac:spMk id="2" creationId="{2CBBD522-D103-B744-8C9E-D724816EC891}"/>
          </ac:spMkLst>
        </pc:spChg>
        <pc:spChg chg="mod">
          <ac:chgData name="Gabriel JULIEN" userId="e50c932d-b186-489d-8d71-aba54feca4d5" providerId="ADAL" clId="{F3543349-E7C9-5F90-A868-F12F66B704B2}" dt="2026-04-27T16:08:25.481" v="574" actId="1038"/>
          <ac:spMkLst>
            <pc:docMk/>
            <pc:sldMk cId="2066453138" sldId="2147483567"/>
            <ac:spMk id="3" creationId="{F77D9AB2-3617-5B4C-ABAC-272332DD40C4}"/>
          </ac:spMkLst>
        </pc:spChg>
        <pc:spChg chg="mod">
          <ac:chgData name="Gabriel JULIEN" userId="e50c932d-b186-489d-8d71-aba54feca4d5" providerId="ADAL" clId="{F3543349-E7C9-5F90-A868-F12F66B704B2}" dt="2026-04-27T16:08:25.481" v="574" actId="1038"/>
          <ac:spMkLst>
            <pc:docMk/>
            <pc:sldMk cId="2066453138" sldId="2147483567"/>
            <ac:spMk id="4" creationId="{6F41BC38-30F8-2744-B6DB-8C4A39CE1D5D}"/>
          </ac:spMkLst>
        </pc:spChg>
        <pc:spChg chg="mod">
          <ac:chgData name="Gabriel JULIEN" userId="e50c932d-b186-489d-8d71-aba54feca4d5" providerId="ADAL" clId="{F3543349-E7C9-5F90-A868-F12F66B704B2}" dt="2026-04-27T16:08:25.481" v="574" actId="1038"/>
          <ac:spMkLst>
            <pc:docMk/>
            <pc:sldMk cId="2066453138" sldId="2147483567"/>
            <ac:spMk id="5" creationId="{5C6DBE66-6298-F64F-B6AD-92F24482202C}"/>
          </ac:spMkLst>
        </pc:spChg>
        <pc:spChg chg="mod">
          <ac:chgData name="Gabriel JULIEN" userId="e50c932d-b186-489d-8d71-aba54feca4d5" providerId="ADAL" clId="{F3543349-E7C9-5F90-A868-F12F66B704B2}" dt="2026-04-27T16:06:28.798" v="533" actId="14100"/>
          <ac:spMkLst>
            <pc:docMk/>
            <pc:sldMk cId="2066453138" sldId="2147483567"/>
            <ac:spMk id="7" creationId="{DFCCDCBE-156C-E64F-A4B0-315D6F97B9AA}"/>
          </ac:spMkLst>
        </pc:spChg>
        <pc:spChg chg="mod">
          <ac:chgData name="Gabriel JULIEN" userId="e50c932d-b186-489d-8d71-aba54feca4d5" providerId="ADAL" clId="{F3543349-E7C9-5F90-A868-F12F66B704B2}" dt="2026-04-27T16:06:55.029" v="543" actId="1076"/>
          <ac:spMkLst>
            <pc:docMk/>
            <pc:sldMk cId="2066453138" sldId="2147483567"/>
            <ac:spMk id="9" creationId="{2EF5D4C3-7014-F546-8DD6-D27EA041AD04}"/>
          </ac:spMkLst>
        </pc:spChg>
        <pc:spChg chg="mod">
          <ac:chgData name="Gabriel JULIEN" userId="e50c932d-b186-489d-8d71-aba54feca4d5" providerId="ADAL" clId="{F3543349-E7C9-5F90-A868-F12F66B704B2}" dt="2026-04-27T16:07:20.783" v="552" actId="1076"/>
          <ac:spMkLst>
            <pc:docMk/>
            <pc:sldMk cId="2066453138" sldId="2147483567"/>
            <ac:spMk id="11" creationId="{15D4C112-480E-7740-8006-96F476D30243}"/>
          </ac:spMkLst>
        </pc:spChg>
        <pc:spChg chg="mod">
          <ac:chgData name="Gabriel JULIEN" userId="e50c932d-b186-489d-8d71-aba54feca4d5" providerId="ADAL" clId="{F3543349-E7C9-5F90-A868-F12F66B704B2}" dt="2026-04-27T16:04:18.966" v="465" actId="1036"/>
          <ac:spMkLst>
            <pc:docMk/>
            <pc:sldMk cId="2066453138" sldId="2147483567"/>
            <ac:spMk id="14" creationId="{31FDFDA1-168A-3C4E-93DD-9A4EC64FFA0F}"/>
          </ac:spMkLst>
        </pc:spChg>
        <pc:spChg chg="mod">
          <ac:chgData name="Gabriel JULIEN" userId="e50c932d-b186-489d-8d71-aba54feca4d5" providerId="ADAL" clId="{F3543349-E7C9-5F90-A868-F12F66B704B2}" dt="2026-04-27T16:04:18.966" v="465" actId="1036"/>
          <ac:spMkLst>
            <pc:docMk/>
            <pc:sldMk cId="2066453138" sldId="2147483567"/>
            <ac:spMk id="15" creationId="{9F26D736-EDF1-DF45-9125-061721E2614A}"/>
          </ac:spMkLst>
        </pc:spChg>
        <pc:spChg chg="mod">
          <ac:chgData name="Gabriel JULIEN" userId="e50c932d-b186-489d-8d71-aba54feca4d5" providerId="ADAL" clId="{F3543349-E7C9-5F90-A868-F12F66B704B2}" dt="2026-04-27T16:26:28.608" v="888" actId="20577"/>
          <ac:spMkLst>
            <pc:docMk/>
            <pc:sldMk cId="2066453138" sldId="2147483567"/>
            <ac:spMk id="16" creationId="{905BDC2B-6BD8-1149-A189-AAF03F4B6023}"/>
          </ac:spMkLst>
        </pc:spChg>
        <pc:spChg chg="mod">
          <ac:chgData name="Gabriel JULIEN" userId="e50c932d-b186-489d-8d71-aba54feca4d5" providerId="ADAL" clId="{F3543349-E7C9-5F90-A868-F12F66B704B2}" dt="2026-04-27T16:06:32.624" v="535" actId="1035"/>
          <ac:spMkLst>
            <pc:docMk/>
            <pc:sldMk cId="2066453138" sldId="2147483567"/>
            <ac:spMk id="21" creationId="{6717D98F-D160-0348-9BDB-4362422B5DB1}"/>
          </ac:spMkLst>
        </pc:spChg>
        <pc:spChg chg="mod">
          <ac:chgData name="Gabriel JULIEN" userId="e50c932d-b186-489d-8d71-aba54feca4d5" providerId="ADAL" clId="{F3543349-E7C9-5F90-A868-F12F66B704B2}" dt="2026-04-27T16:06:00.815" v="513" actId="1076"/>
          <ac:spMkLst>
            <pc:docMk/>
            <pc:sldMk cId="2066453138" sldId="2147483567"/>
            <ac:spMk id="22" creationId="{6B20B101-7B78-8143-B51D-12E3B78A2BE3}"/>
          </ac:spMkLst>
        </pc:spChg>
        <pc:spChg chg="mod">
          <ac:chgData name="Gabriel JULIEN" userId="e50c932d-b186-489d-8d71-aba54feca4d5" providerId="ADAL" clId="{F3543349-E7C9-5F90-A868-F12F66B704B2}" dt="2026-04-27T16:04:37.824" v="490" actId="1036"/>
          <ac:spMkLst>
            <pc:docMk/>
            <pc:sldMk cId="2066453138" sldId="2147483567"/>
            <ac:spMk id="23" creationId="{874ADDA2-FB95-C645-9157-B7C819DF2FE1}"/>
          </ac:spMkLst>
        </pc:spChg>
        <pc:spChg chg="mod">
          <ac:chgData name="Gabriel JULIEN" userId="e50c932d-b186-489d-8d71-aba54feca4d5" providerId="ADAL" clId="{F3543349-E7C9-5F90-A868-F12F66B704B2}" dt="2026-04-27T16:04:37.824" v="490" actId="1036"/>
          <ac:spMkLst>
            <pc:docMk/>
            <pc:sldMk cId="2066453138" sldId="2147483567"/>
            <ac:spMk id="24" creationId="{2E0970C4-4210-1343-A0E7-19F9676E54EE}"/>
          </ac:spMkLst>
        </pc:spChg>
        <pc:spChg chg="mod">
          <ac:chgData name="Gabriel JULIEN" userId="e50c932d-b186-489d-8d71-aba54feca4d5" providerId="ADAL" clId="{F3543349-E7C9-5F90-A868-F12F66B704B2}" dt="2026-04-27T16:04:37.824" v="490" actId="1036"/>
          <ac:spMkLst>
            <pc:docMk/>
            <pc:sldMk cId="2066453138" sldId="2147483567"/>
            <ac:spMk id="25" creationId="{4FBE4209-21F2-3544-AAB4-59370A25F60D}"/>
          </ac:spMkLst>
        </pc:spChg>
        <pc:spChg chg="mod">
          <ac:chgData name="Gabriel JULIEN" userId="e50c932d-b186-489d-8d71-aba54feca4d5" providerId="ADAL" clId="{F3543349-E7C9-5F90-A868-F12F66B704B2}" dt="2026-04-27T16:08:06.692" v="563" actId="404"/>
          <ac:spMkLst>
            <pc:docMk/>
            <pc:sldMk cId="2066453138" sldId="2147483567"/>
            <ac:spMk id="29" creationId="{13094477-DA72-C94B-9686-A4C0A493D007}"/>
          </ac:spMkLst>
        </pc:spChg>
        <pc:spChg chg="mod">
          <ac:chgData name="Gabriel JULIEN" userId="e50c932d-b186-489d-8d71-aba54feca4d5" providerId="ADAL" clId="{F3543349-E7C9-5F90-A868-F12F66B704B2}" dt="2026-04-27T16:06:36.664" v="536" actId="1076"/>
          <ac:spMkLst>
            <pc:docMk/>
            <pc:sldMk cId="2066453138" sldId="2147483567"/>
            <ac:spMk id="30" creationId="{FFF7D141-41B3-C74D-A9E8-EA3A850BBB06}"/>
          </ac:spMkLst>
        </pc:spChg>
        <pc:spChg chg="mod">
          <ac:chgData name="Gabriel JULIEN" userId="e50c932d-b186-489d-8d71-aba54feca4d5" providerId="ADAL" clId="{F3543349-E7C9-5F90-A868-F12F66B704B2}" dt="2026-04-27T16:07:35.306" v="559" actId="1036"/>
          <ac:spMkLst>
            <pc:docMk/>
            <pc:sldMk cId="2066453138" sldId="2147483567"/>
            <ac:spMk id="34" creationId="{CA394D7E-3392-A04C-9FAD-99E917691C85}"/>
          </ac:spMkLst>
        </pc:spChg>
        <pc:spChg chg="mod">
          <ac:chgData name="Gabriel JULIEN" userId="e50c932d-b186-489d-8d71-aba54feca4d5" providerId="ADAL" clId="{F3543349-E7C9-5F90-A868-F12F66B704B2}" dt="2026-04-27T16:07:41.216" v="560" actId="14100"/>
          <ac:spMkLst>
            <pc:docMk/>
            <pc:sldMk cId="2066453138" sldId="2147483567"/>
            <ac:spMk id="38" creationId="{5CA488F6-3813-1842-975F-16E3A92AD422}"/>
          </ac:spMkLst>
        </pc:spChg>
        <pc:spChg chg="mod">
          <ac:chgData name="Gabriel JULIEN" userId="e50c932d-b186-489d-8d71-aba54feca4d5" providerId="ADAL" clId="{F3543349-E7C9-5F90-A868-F12F66B704B2}" dt="2026-04-27T16:07:01.432" v="544" actId="1076"/>
          <ac:spMkLst>
            <pc:docMk/>
            <pc:sldMk cId="2066453138" sldId="2147483567"/>
            <ac:spMk id="39" creationId="{1B59992D-4206-F048-9D5C-47F898D8C933}"/>
          </ac:spMkLst>
        </pc:spChg>
        <pc:spChg chg="mod ord">
          <ac:chgData name="Gabriel JULIEN" userId="e50c932d-b186-489d-8d71-aba54feca4d5" providerId="ADAL" clId="{F3543349-E7C9-5F90-A868-F12F66B704B2}" dt="2026-04-28T09:47:13.456" v="2625" actId="20577"/>
          <ac:spMkLst>
            <pc:docMk/>
            <pc:sldMk cId="2066453138" sldId="2147483567"/>
            <ac:spMk id="46" creationId="{773C13C6-056B-A3D2-F54A-4AFD4E526E52}"/>
          </ac:spMkLst>
        </pc:spChg>
        <pc:spChg chg="mod">
          <ac:chgData name="Gabriel JULIEN" userId="e50c932d-b186-489d-8d71-aba54feca4d5" providerId="ADAL" clId="{F3543349-E7C9-5F90-A868-F12F66B704B2}" dt="2026-04-27T16:08:25.481" v="574" actId="1038"/>
          <ac:spMkLst>
            <pc:docMk/>
            <pc:sldMk cId="2066453138" sldId="2147483567"/>
            <ac:spMk id="50" creationId="{0DF7B031-4067-D447-A69A-06278D16D4AE}"/>
          </ac:spMkLst>
        </pc:spChg>
        <pc:spChg chg="mod">
          <ac:chgData name="Gabriel JULIEN" userId="e50c932d-b186-489d-8d71-aba54feca4d5" providerId="ADAL" clId="{F3543349-E7C9-5F90-A868-F12F66B704B2}" dt="2026-04-27T16:08:25.481" v="574" actId="1038"/>
          <ac:spMkLst>
            <pc:docMk/>
            <pc:sldMk cId="2066453138" sldId="2147483567"/>
            <ac:spMk id="51" creationId="{057AFA14-A888-BF47-98D7-EE4089CEF9C1}"/>
          </ac:spMkLst>
        </pc:spChg>
        <pc:spChg chg="mod">
          <ac:chgData name="Gabriel JULIEN" userId="e50c932d-b186-489d-8d71-aba54feca4d5" providerId="ADAL" clId="{F3543349-E7C9-5F90-A868-F12F66B704B2}" dt="2026-04-27T16:04:56.530" v="496" actId="1076"/>
          <ac:spMkLst>
            <pc:docMk/>
            <pc:sldMk cId="2066453138" sldId="2147483567"/>
            <ac:spMk id="56" creationId="{4FAF474F-06F8-2145-B5C0-F3CA8699F952}"/>
          </ac:spMkLst>
        </pc:spChg>
        <pc:spChg chg="mod">
          <ac:chgData name="Gabriel JULIEN" userId="e50c932d-b186-489d-8d71-aba54feca4d5" providerId="ADAL" clId="{F3543349-E7C9-5F90-A868-F12F66B704B2}" dt="2026-04-27T16:04:18.966" v="465" actId="1036"/>
          <ac:spMkLst>
            <pc:docMk/>
            <pc:sldMk cId="2066453138" sldId="2147483567"/>
            <ac:spMk id="57" creationId="{58ACC4C5-E723-3160-7103-B0F004BAEE08}"/>
          </ac:spMkLst>
        </pc:spChg>
        <pc:spChg chg="mod">
          <ac:chgData name="Gabriel JULIEN" userId="e50c932d-b186-489d-8d71-aba54feca4d5" providerId="ADAL" clId="{F3543349-E7C9-5F90-A868-F12F66B704B2}" dt="2026-04-27T16:04:18.966" v="465" actId="1036"/>
          <ac:spMkLst>
            <pc:docMk/>
            <pc:sldMk cId="2066453138" sldId="2147483567"/>
            <ac:spMk id="58" creationId="{8B81D84F-90DE-AA1F-858B-D7CA1342535B}"/>
          </ac:spMkLst>
        </pc:spChg>
        <pc:picChg chg="mod">
          <ac:chgData name="Gabriel JULIEN" userId="e50c932d-b186-489d-8d71-aba54feca4d5" providerId="ADAL" clId="{F3543349-E7C9-5F90-A868-F12F66B704B2}" dt="2026-04-27T16:26:22.046" v="878" actId="1076"/>
          <ac:picMkLst>
            <pc:docMk/>
            <pc:sldMk cId="2066453138" sldId="2147483567"/>
            <ac:picMk id="40" creationId="{00000000-0000-0000-0000-000000000000}"/>
          </ac:picMkLst>
        </pc:picChg>
        <pc:picChg chg="mod">
          <ac:chgData name="Gabriel JULIEN" userId="e50c932d-b186-489d-8d71-aba54feca4d5" providerId="ADAL" clId="{F3543349-E7C9-5F90-A868-F12F66B704B2}" dt="2026-04-27T16:26:08.535" v="874" actId="1076"/>
          <ac:picMkLst>
            <pc:docMk/>
            <pc:sldMk cId="2066453138" sldId="2147483567"/>
            <ac:picMk id="42" creationId="{00000000-0000-0000-0000-000000000000}"/>
          </ac:picMkLst>
        </pc:picChg>
        <pc:picChg chg="mod">
          <ac:chgData name="Gabriel JULIEN" userId="e50c932d-b186-489d-8d71-aba54feca4d5" providerId="ADAL" clId="{F3543349-E7C9-5F90-A868-F12F66B704B2}" dt="2026-04-27T16:04:18.966" v="465" actId="1036"/>
          <ac:picMkLst>
            <pc:docMk/>
            <pc:sldMk cId="2066453138" sldId="2147483567"/>
            <ac:picMk id="63" creationId="{95F48DD2-E414-5508-FFD3-0968722C03F0}"/>
          </ac:picMkLst>
        </pc:picChg>
        <pc:cxnChg chg="mod">
          <ac:chgData name="Gabriel JULIEN" userId="e50c932d-b186-489d-8d71-aba54feca4d5" providerId="ADAL" clId="{F3543349-E7C9-5F90-A868-F12F66B704B2}" dt="2026-04-27T16:04:29.863" v="475" actId="1036"/>
          <ac:cxnSpMkLst>
            <pc:docMk/>
            <pc:sldMk cId="2066453138" sldId="2147483567"/>
            <ac:cxnSpMk id="26" creationId="{E5F4A22E-C5B8-DD41-8A7A-E252DD2FD656}"/>
          </ac:cxnSpMkLst>
        </pc:cxnChg>
        <pc:cxnChg chg="mod">
          <ac:chgData name="Gabriel JULIEN" userId="e50c932d-b186-489d-8d71-aba54feca4d5" providerId="ADAL" clId="{F3543349-E7C9-5F90-A868-F12F66B704B2}" dt="2026-04-27T16:04:18.966" v="465" actId="1036"/>
          <ac:cxnSpMkLst>
            <pc:docMk/>
            <pc:sldMk cId="2066453138" sldId="2147483567"/>
            <ac:cxnSpMk id="52" creationId="{887479EB-FA65-B7B5-F603-E49A9E65C7E2}"/>
          </ac:cxnSpMkLst>
        </pc:cxnChg>
      </pc:sldChg>
      <pc:sldChg chg="delSp modSp mod modClrScheme chgLayout">
        <pc:chgData name="Gabriel JULIEN" userId="e50c932d-b186-489d-8d71-aba54feca4d5" providerId="ADAL" clId="{F3543349-E7C9-5F90-A868-F12F66B704B2}" dt="2026-04-28T09:47:02.586" v="2622" actId="1076"/>
        <pc:sldMkLst>
          <pc:docMk/>
          <pc:sldMk cId="3873438558" sldId="2147483568"/>
        </pc:sldMkLst>
        <pc:spChg chg="mod ord">
          <ac:chgData name="Gabriel JULIEN" userId="e50c932d-b186-489d-8d71-aba54feca4d5" providerId="ADAL" clId="{F3543349-E7C9-5F90-A868-F12F66B704B2}" dt="2026-04-28T09:47:02.586" v="2622" actId="1076"/>
          <ac:spMkLst>
            <pc:docMk/>
            <pc:sldMk cId="3873438558" sldId="2147483568"/>
            <ac:spMk id="2" creationId="{A7480DC9-6786-0D0E-F556-F1CA02D61C3F}"/>
          </ac:spMkLst>
        </pc:spChg>
        <pc:spChg chg="mod">
          <ac:chgData name="Gabriel JULIEN" userId="e50c932d-b186-489d-8d71-aba54feca4d5" providerId="ADAL" clId="{F3543349-E7C9-5F90-A868-F12F66B704B2}" dt="2026-04-27T16:09:32.313" v="588" actId="404"/>
          <ac:spMkLst>
            <pc:docMk/>
            <pc:sldMk cId="3873438558" sldId="2147483568"/>
            <ac:spMk id="3" creationId="{DCCB0D3D-1AC2-C496-6DD4-C00116A3B7F4}"/>
          </ac:spMkLst>
        </pc:spChg>
        <pc:spChg chg="mod">
          <ac:chgData name="Gabriel JULIEN" userId="e50c932d-b186-489d-8d71-aba54feca4d5" providerId="ADAL" clId="{F3543349-E7C9-5F90-A868-F12F66B704B2}" dt="2026-04-27T16:09:39.717" v="589" actId="1076"/>
          <ac:spMkLst>
            <pc:docMk/>
            <pc:sldMk cId="3873438558" sldId="2147483568"/>
            <ac:spMk id="4" creationId="{D4359F5F-703E-6526-4265-0B59EC0E562A}"/>
          </ac:spMkLst>
        </pc:spChg>
        <pc:spChg chg="mod">
          <ac:chgData name="Gabriel JULIEN" userId="e50c932d-b186-489d-8d71-aba54feca4d5" providerId="ADAL" clId="{F3543349-E7C9-5F90-A868-F12F66B704B2}" dt="2026-04-27T16:09:54.132" v="591" actId="1076"/>
          <ac:spMkLst>
            <pc:docMk/>
            <pc:sldMk cId="3873438558" sldId="2147483568"/>
            <ac:spMk id="23" creationId="{39928D7E-BC39-62FB-D223-0B64AA01E029}"/>
          </ac:spMkLst>
        </pc:spChg>
        <pc:spChg chg="mod">
          <ac:chgData name="Gabriel JULIEN" userId="e50c932d-b186-489d-8d71-aba54feca4d5" providerId="ADAL" clId="{F3543349-E7C9-5F90-A868-F12F66B704B2}" dt="2026-04-27T16:10:02.800" v="592" actId="1076"/>
          <ac:spMkLst>
            <pc:docMk/>
            <pc:sldMk cId="3873438558" sldId="2147483568"/>
            <ac:spMk id="28" creationId="{504FF4DA-D032-60C1-3561-DC7EAD65A3B6}"/>
          </ac:spMkLst>
        </pc:spChg>
        <pc:spChg chg="mod">
          <ac:chgData name="Gabriel JULIEN" userId="e50c932d-b186-489d-8d71-aba54feca4d5" providerId="ADAL" clId="{F3543349-E7C9-5F90-A868-F12F66B704B2}" dt="2026-04-27T16:10:08.617" v="593" actId="1076"/>
          <ac:spMkLst>
            <pc:docMk/>
            <pc:sldMk cId="3873438558" sldId="2147483568"/>
            <ac:spMk id="30" creationId="{BFD70F8C-B919-F1A0-4EF3-B403F07747A8}"/>
          </ac:spMkLst>
        </pc:spChg>
        <pc:spChg chg="mod">
          <ac:chgData name="Gabriel JULIEN" userId="e50c932d-b186-489d-8d71-aba54feca4d5" providerId="ADAL" clId="{F3543349-E7C9-5F90-A868-F12F66B704B2}" dt="2026-04-27T16:10:57.572" v="688" actId="20577"/>
          <ac:spMkLst>
            <pc:docMk/>
            <pc:sldMk cId="3873438558" sldId="2147483568"/>
            <ac:spMk id="79" creationId="{969335E7-8B5A-62AD-0FEE-E7E6E4B1FA59}"/>
          </ac:spMkLst>
        </pc:spChg>
      </pc:sldChg>
      <pc:sldChg chg="delSp modSp mod modClrScheme chgLayout">
        <pc:chgData name="Gabriel JULIEN" userId="e50c932d-b186-489d-8d71-aba54feca4d5" providerId="ADAL" clId="{F3543349-E7C9-5F90-A868-F12F66B704B2}" dt="2026-04-28T08:33:07.046" v="1183" actId="478"/>
        <pc:sldMkLst>
          <pc:docMk/>
          <pc:sldMk cId="184757139" sldId="2147483569"/>
        </pc:sldMkLst>
        <pc:spChg chg="mod">
          <ac:chgData name="Gabriel JULIEN" userId="e50c932d-b186-489d-8d71-aba54feca4d5" providerId="ADAL" clId="{F3543349-E7C9-5F90-A868-F12F66B704B2}" dt="2026-04-27T16:12:04.424" v="712" actId="1035"/>
          <ac:spMkLst>
            <pc:docMk/>
            <pc:sldMk cId="184757139" sldId="2147483569"/>
            <ac:spMk id="14" creationId="{2A221689-52A6-AB46-B832-5EF16C38C4CC}"/>
          </ac:spMkLst>
        </pc:spChg>
        <pc:spChg chg="mod ord">
          <ac:chgData name="Gabriel JULIEN" userId="e50c932d-b186-489d-8d71-aba54feca4d5" providerId="ADAL" clId="{F3543349-E7C9-5F90-A868-F12F66B704B2}" dt="2026-04-27T16:11:20.884" v="694" actId="1076"/>
          <ac:spMkLst>
            <pc:docMk/>
            <pc:sldMk cId="184757139" sldId="2147483569"/>
            <ac:spMk id="26" creationId="{D3BA69FB-8D4F-8D84-EF99-BB11F910E3C6}"/>
          </ac:spMkLst>
        </pc:spChg>
        <pc:cxnChg chg="mod">
          <ac:chgData name="Gabriel JULIEN" userId="e50c932d-b186-489d-8d71-aba54feca4d5" providerId="ADAL" clId="{F3543349-E7C9-5F90-A868-F12F66B704B2}" dt="2026-04-27T16:11:45.736" v="696" actId="1076"/>
          <ac:cxnSpMkLst>
            <pc:docMk/>
            <pc:sldMk cId="184757139" sldId="2147483569"/>
            <ac:cxnSpMk id="24" creationId="{22A397B7-70F0-344E-AA73-393D80015417}"/>
          </ac:cxnSpMkLst>
        </pc:cxnChg>
        <pc:cxnChg chg="mod">
          <ac:chgData name="Gabriel JULIEN" userId="e50c932d-b186-489d-8d71-aba54feca4d5" providerId="ADAL" clId="{F3543349-E7C9-5F90-A868-F12F66B704B2}" dt="2026-04-27T16:11:53.734" v="698" actId="1076"/>
          <ac:cxnSpMkLst>
            <pc:docMk/>
            <pc:sldMk cId="184757139" sldId="2147483569"/>
            <ac:cxnSpMk id="25" creationId="{D009C07B-70D0-DF4D-A597-6D470D6B2814}"/>
          </ac:cxnSpMkLst>
        </pc:cxnChg>
      </pc:sldChg>
      <pc:sldChg chg="delSp modSp mod modClrScheme chgLayout">
        <pc:chgData name="Gabriel JULIEN" userId="e50c932d-b186-489d-8d71-aba54feca4d5" providerId="ADAL" clId="{F3543349-E7C9-5F90-A868-F12F66B704B2}" dt="2026-04-27T16:16:38.381" v="753" actId="478"/>
        <pc:sldMkLst>
          <pc:docMk/>
          <pc:sldMk cId="4084473790" sldId="2147483571"/>
        </pc:sldMkLst>
      </pc:sldChg>
      <pc:sldChg chg="delSp modSp mod modClrScheme chgLayout">
        <pc:chgData name="Gabriel JULIEN" userId="e50c932d-b186-489d-8d71-aba54feca4d5" providerId="ADAL" clId="{F3543349-E7C9-5F90-A868-F12F66B704B2}" dt="2026-04-28T10:04:05.401" v="3261" actId="122"/>
        <pc:sldMkLst>
          <pc:docMk/>
          <pc:sldMk cId="3881112002" sldId="2147483572"/>
        </pc:sldMkLst>
        <pc:spChg chg="mod">
          <ac:chgData name="Gabriel JULIEN" userId="e50c932d-b186-489d-8d71-aba54feca4d5" providerId="ADAL" clId="{F3543349-E7C9-5F90-A868-F12F66B704B2}" dt="2026-04-27T16:17:44.554" v="781" actId="255"/>
          <ac:spMkLst>
            <pc:docMk/>
            <pc:sldMk cId="3881112002" sldId="2147483572"/>
            <ac:spMk id="2" creationId="{07859C82-DFA7-A020-7D15-BAD1828AE2E4}"/>
          </ac:spMkLst>
        </pc:spChg>
        <pc:spChg chg="mod">
          <ac:chgData name="Gabriel JULIEN" userId="e50c932d-b186-489d-8d71-aba54feca4d5" providerId="ADAL" clId="{F3543349-E7C9-5F90-A868-F12F66B704B2}" dt="2026-04-28T10:04:05.401" v="3261" actId="122"/>
          <ac:spMkLst>
            <pc:docMk/>
            <pc:sldMk cId="3881112002" sldId="2147483572"/>
            <ac:spMk id="4" creationId="{3076AED7-0C29-926C-8594-5D7BBFDC1EA5}"/>
          </ac:spMkLst>
        </pc:spChg>
      </pc:sldChg>
      <pc:sldChg chg="delSp modSp mod modClrScheme chgLayout">
        <pc:chgData name="Gabriel JULIEN" userId="e50c932d-b186-489d-8d71-aba54feca4d5" providerId="ADAL" clId="{F3543349-E7C9-5F90-A868-F12F66B704B2}" dt="2026-04-27T16:24:47.879" v="861" actId="20577"/>
        <pc:sldMkLst>
          <pc:docMk/>
          <pc:sldMk cId="1561185622" sldId="2147483573"/>
        </pc:sldMkLst>
        <pc:spChg chg="mod">
          <ac:chgData name="Gabriel JULIEN" userId="e50c932d-b186-489d-8d71-aba54feca4d5" providerId="ADAL" clId="{F3543349-E7C9-5F90-A868-F12F66B704B2}" dt="2026-04-27T16:24:47.879" v="861" actId="20577"/>
          <ac:spMkLst>
            <pc:docMk/>
            <pc:sldMk cId="1561185622" sldId="2147483573"/>
            <ac:spMk id="4" creationId="{984D01CD-12FF-9CC5-F145-159DB8D40C6C}"/>
          </ac:spMkLst>
        </pc:spChg>
      </pc:sldChg>
      <pc:sldChg chg="addSp delSp modSp mod modClrScheme chgLayout">
        <pc:chgData name="Gabriel JULIEN" userId="e50c932d-b186-489d-8d71-aba54feca4d5" providerId="ADAL" clId="{F3543349-E7C9-5F90-A868-F12F66B704B2}" dt="2026-04-28T10:04:33.687" v="3272" actId="1037"/>
        <pc:sldMkLst>
          <pc:docMk/>
          <pc:sldMk cId="2379451021" sldId="2147483574"/>
        </pc:sldMkLst>
        <pc:spChg chg="mod">
          <ac:chgData name="Gabriel JULIEN" userId="e50c932d-b186-489d-8d71-aba54feca4d5" providerId="ADAL" clId="{F3543349-E7C9-5F90-A868-F12F66B704B2}" dt="2026-04-27T16:23:58.995" v="813" actId="20577"/>
          <ac:spMkLst>
            <pc:docMk/>
            <pc:sldMk cId="2379451021" sldId="2147483574"/>
            <ac:spMk id="7" creationId="{541A0658-A338-67C4-D676-AFD35694B840}"/>
          </ac:spMkLst>
        </pc:spChg>
        <pc:spChg chg="mod">
          <ac:chgData name="Gabriel JULIEN" userId="e50c932d-b186-489d-8d71-aba54feca4d5" providerId="ADAL" clId="{F3543349-E7C9-5F90-A868-F12F66B704B2}" dt="2026-04-27T16:19:16.005" v="795" actId="1076"/>
          <ac:spMkLst>
            <pc:docMk/>
            <pc:sldMk cId="2379451021" sldId="2147483574"/>
            <ac:spMk id="8" creationId="{1043EC60-68B3-662D-0195-68F983192502}"/>
          </ac:spMkLst>
        </pc:spChg>
        <pc:spChg chg="mod">
          <ac:chgData name="Gabriel JULIEN" userId="e50c932d-b186-489d-8d71-aba54feca4d5" providerId="ADAL" clId="{F3543349-E7C9-5F90-A868-F12F66B704B2}" dt="2026-04-28T10:04:33.687" v="3272" actId="1037"/>
          <ac:spMkLst>
            <pc:docMk/>
            <pc:sldMk cId="2379451021" sldId="2147483574"/>
            <ac:spMk id="10" creationId="{E36B45C9-3D0D-8414-0B06-D9433DAC5283}"/>
          </ac:spMkLst>
        </pc:spChg>
        <pc:graphicFrameChg chg="modGraphic">
          <ac:chgData name="Gabriel JULIEN" userId="e50c932d-b186-489d-8d71-aba54feca4d5" providerId="ADAL" clId="{F3543349-E7C9-5F90-A868-F12F66B704B2}" dt="2026-04-27T16:20:07.228" v="802" actId="20577"/>
          <ac:graphicFrameMkLst>
            <pc:docMk/>
            <pc:sldMk cId="2379451021" sldId="2147483574"/>
            <ac:graphicFrameMk id="14" creationId="{F6024E13-5B95-BAE9-4904-29B9DD714798}"/>
          </ac:graphicFrameMkLst>
        </pc:graphicFrameChg>
        <pc:graphicFrameChg chg="modGraphic">
          <ac:chgData name="Gabriel JULIEN" userId="e50c932d-b186-489d-8d71-aba54feca4d5" providerId="ADAL" clId="{F3543349-E7C9-5F90-A868-F12F66B704B2}" dt="2026-04-27T16:23:38.026" v="810" actId="20577"/>
          <ac:graphicFrameMkLst>
            <pc:docMk/>
            <pc:sldMk cId="2379451021" sldId="2147483574"/>
            <ac:graphicFrameMk id="17" creationId="{D8F0FE43-8F7E-599D-8009-84E5DC7CD82B}"/>
          </ac:graphicFrameMkLst>
        </pc:graphicFrameChg>
        <pc:picChg chg="mod">
          <ac:chgData name="Gabriel JULIEN" userId="e50c932d-b186-489d-8d71-aba54feca4d5" providerId="ADAL" clId="{F3543349-E7C9-5F90-A868-F12F66B704B2}" dt="2026-04-28T10:04:33.687" v="3272" actId="1037"/>
          <ac:picMkLst>
            <pc:docMk/>
            <pc:sldMk cId="2379451021" sldId="2147483574"/>
            <ac:picMk id="6" creationId="{0AE9583A-8A99-1961-CA05-1A97D99FE153}"/>
          </ac:picMkLst>
        </pc:picChg>
        <pc:picChg chg="mod">
          <ac:chgData name="Gabriel JULIEN" userId="e50c932d-b186-489d-8d71-aba54feca4d5" providerId="ADAL" clId="{F3543349-E7C9-5F90-A868-F12F66B704B2}" dt="2026-04-27T16:19:27.835" v="800" actId="1035"/>
          <ac:picMkLst>
            <pc:docMk/>
            <pc:sldMk cId="2379451021" sldId="2147483574"/>
            <ac:picMk id="16" creationId="{1EE16E0F-6DB0-B7C0-31C9-689EB6A2AE3F}"/>
          </ac:picMkLst>
        </pc:picChg>
      </pc:sldChg>
      <pc:sldChg chg="modSp mod modClrScheme chgLayout">
        <pc:chgData name="Gabriel JULIEN" userId="e50c932d-b186-489d-8d71-aba54feca4d5" providerId="ADAL" clId="{F3543349-E7C9-5F90-A868-F12F66B704B2}" dt="2026-04-28T08:33:38.566" v="1211" actId="20577"/>
        <pc:sldMkLst>
          <pc:docMk/>
          <pc:sldMk cId="1261068342" sldId="2147483575"/>
        </pc:sldMkLst>
        <pc:spChg chg="mod">
          <ac:chgData name="Gabriel JULIEN" userId="e50c932d-b186-489d-8d71-aba54feca4d5" providerId="ADAL" clId="{F3543349-E7C9-5F90-A868-F12F66B704B2}" dt="2026-04-28T08:33:38.566" v="1211" actId="20577"/>
          <ac:spMkLst>
            <pc:docMk/>
            <pc:sldMk cId="1261068342" sldId="2147483575"/>
            <ac:spMk id="6" creationId="{3A29622F-E2C0-C676-E517-1D6B4380D620}"/>
          </ac:spMkLst>
        </pc:spChg>
      </pc:sldChg>
      <pc:sldChg chg="addSp delSp modSp add mod modClrScheme chgLayout">
        <pc:chgData name="Gabriel JULIEN" userId="e50c932d-b186-489d-8d71-aba54feca4d5" providerId="ADAL" clId="{F3543349-E7C9-5F90-A868-F12F66B704B2}" dt="2026-04-28T10:02:16.221" v="3258" actId="20577"/>
        <pc:sldMkLst>
          <pc:docMk/>
          <pc:sldMk cId="2067247726" sldId="2147483577"/>
        </pc:sldMkLst>
        <pc:spChg chg="mod ord">
          <ac:chgData name="Gabriel JULIEN" userId="e50c932d-b186-489d-8d71-aba54feca4d5" providerId="ADAL" clId="{F3543349-E7C9-5F90-A868-F12F66B704B2}" dt="2026-04-28T08:58:47.580" v="1387" actId="26606"/>
          <ac:spMkLst>
            <pc:docMk/>
            <pc:sldMk cId="2067247726" sldId="2147483577"/>
            <ac:spMk id="4" creationId="{A49F3ED6-3FBD-FC12-389B-EDD9828BD312}"/>
          </ac:spMkLst>
        </pc:spChg>
        <pc:spChg chg="mod ord">
          <ac:chgData name="Gabriel JULIEN" userId="e50c932d-b186-489d-8d71-aba54feca4d5" providerId="ADAL" clId="{F3543349-E7C9-5F90-A868-F12F66B704B2}" dt="2026-04-28T10:02:16.221" v="3258" actId="20577"/>
          <ac:spMkLst>
            <pc:docMk/>
            <pc:sldMk cId="2067247726" sldId="2147483577"/>
            <ac:spMk id="6" creationId="{20A8F40F-8958-A845-F9BB-9658D6D0588A}"/>
          </ac:spMkLst>
        </pc:spChg>
      </pc:sldChg>
      <pc:sldChg chg="addSp delSp modSp add mod">
        <pc:chgData name="Gabriel JULIEN" userId="e50c932d-b186-489d-8d71-aba54feca4d5" providerId="ADAL" clId="{F3543349-E7C9-5F90-A868-F12F66B704B2}" dt="2026-04-28T10:01:46.942" v="3256" actId="20577"/>
        <pc:sldMkLst>
          <pc:docMk/>
          <pc:sldMk cId="2534932298" sldId="2147483627"/>
        </pc:sldMkLst>
        <pc:spChg chg="mod">
          <ac:chgData name="Gabriel JULIEN" userId="e50c932d-b186-489d-8d71-aba54feca4d5" providerId="ADAL" clId="{F3543349-E7C9-5F90-A868-F12F66B704B2}" dt="2026-04-28T09:21:55.520" v="2160" actId="1076"/>
          <ac:spMkLst>
            <pc:docMk/>
            <pc:sldMk cId="2534932298" sldId="2147483627"/>
            <ac:spMk id="2" creationId="{AA0F6728-BB90-467F-F4C0-3BC0ABC1E93A}"/>
          </ac:spMkLst>
        </pc:spChg>
        <pc:spChg chg="mod">
          <ac:chgData name="Gabriel JULIEN" userId="e50c932d-b186-489d-8d71-aba54feca4d5" providerId="ADAL" clId="{F3543349-E7C9-5F90-A868-F12F66B704B2}" dt="2026-04-28T10:01:46.942" v="3256" actId="20577"/>
          <ac:spMkLst>
            <pc:docMk/>
            <pc:sldMk cId="2534932298" sldId="2147483627"/>
            <ac:spMk id="4" creationId="{70512A8F-8045-04C0-7095-0999F1AD5E0F}"/>
          </ac:spMkLst>
        </pc:spChg>
        <pc:spChg chg="add mod">
          <ac:chgData name="Gabriel JULIEN" userId="e50c932d-b186-489d-8d71-aba54feca4d5" providerId="ADAL" clId="{F3543349-E7C9-5F90-A868-F12F66B704B2}" dt="2026-04-28T09:01:20.539" v="1435" actId="20577"/>
          <ac:spMkLst>
            <pc:docMk/>
            <pc:sldMk cId="2534932298" sldId="2147483627"/>
            <ac:spMk id="6" creationId="{AAD05D63-4C13-7409-5E34-0D3E6C49118B}"/>
          </ac:spMkLst>
        </pc:spChg>
        <pc:picChg chg="mod">
          <ac:chgData name="Gabriel JULIEN" userId="e50c932d-b186-489d-8d71-aba54feca4d5" providerId="ADAL" clId="{F3543349-E7C9-5F90-A868-F12F66B704B2}" dt="2026-04-28T08:25:32.171" v="1076" actId="1035"/>
          <ac:picMkLst>
            <pc:docMk/>
            <pc:sldMk cId="2534932298" sldId="2147483627"/>
            <ac:picMk id="5" creationId="{F85513FD-1B7A-43BE-93C6-3114EFFA915F}"/>
          </ac:picMkLst>
        </pc:picChg>
        <pc:picChg chg="mod">
          <ac:chgData name="Gabriel JULIEN" userId="e50c932d-b186-489d-8d71-aba54feca4d5" providerId="ADAL" clId="{F3543349-E7C9-5F90-A868-F12F66B704B2}" dt="2026-04-28T08:25:36.204" v="1095" actId="1035"/>
          <ac:picMkLst>
            <pc:docMk/>
            <pc:sldMk cId="2534932298" sldId="2147483627"/>
            <ac:picMk id="10" creationId="{36F7A9F3-C7FC-61C1-AF9D-F2AF8D5DAFFC}"/>
          </ac:picMkLst>
        </pc:picChg>
      </pc:sldChg>
      <pc:sldChg chg="addSp delSp modSp add mod">
        <pc:chgData name="Gabriel JULIEN" userId="e50c932d-b186-489d-8d71-aba54feca4d5" providerId="ADAL" clId="{F3543349-E7C9-5F90-A868-F12F66B704B2}" dt="2026-04-28T10:10:52.424" v="3342" actId="113"/>
        <pc:sldMkLst>
          <pc:docMk/>
          <pc:sldMk cId="444006002" sldId="2147483633"/>
        </pc:sldMkLst>
        <pc:spChg chg="mod">
          <ac:chgData name="Gabriel JULIEN" userId="e50c932d-b186-489d-8d71-aba54feca4d5" providerId="ADAL" clId="{F3543349-E7C9-5F90-A868-F12F66B704B2}" dt="2026-04-28T10:10:52.424" v="3342" actId="113"/>
          <ac:spMkLst>
            <pc:docMk/>
            <pc:sldMk cId="444006002" sldId="2147483633"/>
            <ac:spMk id="6" creationId="{854F31E0-ADC7-D8CC-C0DF-EBB137F8AF39}"/>
          </ac:spMkLst>
        </pc:spChg>
        <pc:spChg chg="mod">
          <ac:chgData name="Gabriel JULIEN" userId="e50c932d-b186-489d-8d71-aba54feca4d5" providerId="ADAL" clId="{F3543349-E7C9-5F90-A868-F12F66B704B2}" dt="2026-04-28T09:45:02.122" v="2611" actId="1076"/>
          <ac:spMkLst>
            <pc:docMk/>
            <pc:sldMk cId="444006002" sldId="2147483633"/>
            <ac:spMk id="24" creationId="{38DB7568-2EF0-576F-4088-D72BE509F7BB}"/>
          </ac:spMkLst>
        </pc:spChg>
        <pc:spChg chg="mod">
          <ac:chgData name="Gabriel JULIEN" userId="e50c932d-b186-489d-8d71-aba54feca4d5" providerId="ADAL" clId="{F3543349-E7C9-5F90-A868-F12F66B704B2}" dt="2026-04-28T08:47:21.875" v="1339" actId="207"/>
          <ac:spMkLst>
            <pc:docMk/>
            <pc:sldMk cId="444006002" sldId="2147483633"/>
            <ac:spMk id="36" creationId="{CE5631F2-8987-F646-E11B-F1A2BDEBA7AA}"/>
          </ac:spMkLst>
        </pc:spChg>
        <pc:spChg chg="mod">
          <ac:chgData name="Gabriel JULIEN" userId="e50c932d-b186-489d-8d71-aba54feca4d5" providerId="ADAL" clId="{F3543349-E7C9-5F90-A868-F12F66B704B2}" dt="2026-04-28T08:48:32.925" v="1342" actId="692"/>
          <ac:spMkLst>
            <pc:docMk/>
            <pc:sldMk cId="444006002" sldId="2147483633"/>
            <ac:spMk id="33795" creationId="{AB24E044-6BC4-A43B-8467-4D3441986704}"/>
          </ac:spMkLst>
        </pc:spChg>
        <pc:spChg chg="mod">
          <ac:chgData name="Gabriel JULIEN" userId="e50c932d-b186-489d-8d71-aba54feca4d5" providerId="ADAL" clId="{F3543349-E7C9-5F90-A868-F12F66B704B2}" dt="2026-04-28T08:48:23.615" v="1341" actId="692"/>
          <ac:spMkLst>
            <pc:docMk/>
            <pc:sldMk cId="444006002" sldId="2147483633"/>
            <ac:spMk id="33801" creationId="{3C90BE35-44A4-4D65-F313-77C2AC2D3DEF}"/>
          </ac:spMkLst>
        </pc:spChg>
        <pc:spChg chg="mod">
          <ac:chgData name="Gabriel JULIEN" userId="e50c932d-b186-489d-8d71-aba54feca4d5" providerId="ADAL" clId="{F3543349-E7C9-5F90-A868-F12F66B704B2}" dt="2026-04-28T09:44:51.087" v="2610" actId="1076"/>
          <ac:spMkLst>
            <pc:docMk/>
            <pc:sldMk cId="444006002" sldId="2147483633"/>
            <ac:spMk id="33803" creationId="{F948A84D-FD38-255B-14D4-10970DF02146}"/>
          </ac:spMkLst>
        </pc:spChg>
        <pc:picChg chg="mod">
          <ac:chgData name="Gabriel JULIEN" userId="e50c932d-b186-489d-8d71-aba54feca4d5" providerId="ADAL" clId="{F3543349-E7C9-5F90-A868-F12F66B704B2}" dt="2026-04-28T09:45:02.122" v="2611" actId="1076"/>
          <ac:picMkLst>
            <pc:docMk/>
            <pc:sldMk cId="444006002" sldId="2147483633"/>
            <ac:picMk id="46" creationId="{AB766719-3504-193F-3D47-E09CD58804E1}"/>
          </ac:picMkLst>
        </pc:picChg>
        <pc:picChg chg="add mod">
          <ac:chgData name="Gabriel JULIEN" userId="e50c932d-b186-489d-8d71-aba54feca4d5" providerId="ADAL" clId="{F3543349-E7C9-5F90-A868-F12F66B704B2}" dt="2026-04-28T09:44:51.087" v="2610" actId="1076"/>
          <ac:picMkLst>
            <pc:docMk/>
            <pc:sldMk cId="444006002" sldId="2147483633"/>
            <ac:picMk id="1026" creationId="{B801CE86-3C5B-364F-E447-8967F6B2E601}"/>
          </ac:picMkLst>
        </pc:picChg>
      </pc:sldChg>
      <pc:sldChg chg="delSp modSp add mod">
        <pc:chgData name="Gabriel JULIEN" userId="e50c932d-b186-489d-8d71-aba54feca4d5" providerId="ADAL" clId="{F3543349-E7C9-5F90-A868-F12F66B704B2}" dt="2026-04-28T10:11:11.890" v="3346" actId="113"/>
        <pc:sldMkLst>
          <pc:docMk/>
          <pc:sldMk cId="326664288" sldId="2147483634"/>
        </pc:sldMkLst>
        <pc:spChg chg="mod">
          <ac:chgData name="Gabriel JULIEN" userId="e50c932d-b186-489d-8d71-aba54feca4d5" providerId="ADAL" clId="{F3543349-E7C9-5F90-A868-F12F66B704B2}" dt="2026-04-28T09:20:10.063" v="2116" actId="2711"/>
          <ac:spMkLst>
            <pc:docMk/>
            <pc:sldMk cId="326664288" sldId="2147483634"/>
            <ac:spMk id="33" creationId="{E991097D-D446-4459-1042-895F2F7F2D80}"/>
          </ac:spMkLst>
        </pc:spChg>
        <pc:spChg chg="mod">
          <ac:chgData name="Gabriel JULIEN" userId="e50c932d-b186-489d-8d71-aba54feca4d5" providerId="ADAL" clId="{F3543349-E7C9-5F90-A868-F12F66B704B2}" dt="2026-04-28T09:20:10.063" v="2116" actId="2711"/>
          <ac:spMkLst>
            <pc:docMk/>
            <pc:sldMk cId="326664288" sldId="2147483634"/>
            <ac:spMk id="34" creationId="{D1380508-7CFD-52B6-10BB-9443D97175F1}"/>
          </ac:spMkLst>
        </pc:spChg>
        <pc:spChg chg="mod">
          <ac:chgData name="Gabriel JULIEN" userId="e50c932d-b186-489d-8d71-aba54feca4d5" providerId="ADAL" clId="{F3543349-E7C9-5F90-A868-F12F66B704B2}" dt="2026-04-28T09:20:10.063" v="2116" actId="2711"/>
          <ac:spMkLst>
            <pc:docMk/>
            <pc:sldMk cId="326664288" sldId="2147483634"/>
            <ac:spMk id="36" creationId="{5755CDD7-203B-F8E8-0DAF-BA3962C374C0}"/>
          </ac:spMkLst>
        </pc:spChg>
        <pc:spChg chg="mod">
          <ac:chgData name="Gabriel JULIEN" userId="e50c932d-b186-489d-8d71-aba54feca4d5" providerId="ADAL" clId="{F3543349-E7C9-5F90-A868-F12F66B704B2}" dt="2026-04-28T09:20:10.063" v="2116" actId="2711"/>
          <ac:spMkLst>
            <pc:docMk/>
            <pc:sldMk cId="326664288" sldId="2147483634"/>
            <ac:spMk id="37" creationId="{008443EB-49EF-8B03-91A0-EB0A20C106B8}"/>
          </ac:spMkLst>
        </pc:spChg>
        <pc:spChg chg="mod">
          <ac:chgData name="Gabriel JULIEN" userId="e50c932d-b186-489d-8d71-aba54feca4d5" providerId="ADAL" clId="{F3543349-E7C9-5F90-A868-F12F66B704B2}" dt="2026-04-28T09:20:37.230" v="2121" actId="14100"/>
          <ac:spMkLst>
            <pc:docMk/>
            <pc:sldMk cId="326664288" sldId="2147483634"/>
            <ac:spMk id="47" creationId="{3A5F2F12-135F-7510-729A-25CF99504A37}"/>
          </ac:spMkLst>
        </pc:spChg>
        <pc:spChg chg="mod">
          <ac:chgData name="Gabriel JULIEN" userId="e50c932d-b186-489d-8d71-aba54feca4d5" providerId="ADAL" clId="{F3543349-E7C9-5F90-A868-F12F66B704B2}" dt="2026-04-28T09:20:37.230" v="2121" actId="14100"/>
          <ac:spMkLst>
            <pc:docMk/>
            <pc:sldMk cId="326664288" sldId="2147483634"/>
            <ac:spMk id="48" creationId="{CFF7348D-BA9A-A263-E07F-9CF2FB25BB66}"/>
          </ac:spMkLst>
        </pc:spChg>
        <pc:spChg chg="mod">
          <ac:chgData name="Gabriel JULIEN" userId="e50c932d-b186-489d-8d71-aba54feca4d5" providerId="ADAL" clId="{F3543349-E7C9-5F90-A868-F12F66B704B2}" dt="2026-04-28T10:11:11.890" v="3346" actId="113"/>
          <ac:spMkLst>
            <pc:docMk/>
            <pc:sldMk cId="326664288" sldId="2147483634"/>
            <ac:spMk id="55" creationId="{54C459B2-E3A4-240C-4DE7-132D158F0F03}"/>
          </ac:spMkLst>
        </pc:spChg>
        <pc:picChg chg="mod">
          <ac:chgData name="Gabriel JULIEN" userId="e50c932d-b186-489d-8d71-aba54feca4d5" providerId="ADAL" clId="{F3543349-E7C9-5F90-A868-F12F66B704B2}" dt="2026-04-28T09:20:10.063" v="2116" actId="2711"/>
          <ac:picMkLst>
            <pc:docMk/>
            <pc:sldMk cId="326664288" sldId="2147483634"/>
            <ac:picMk id="49" creationId="{6CEBD290-F105-4DCE-23C2-172C532AE4F5}"/>
          </ac:picMkLst>
        </pc:picChg>
        <pc:picChg chg="mod">
          <ac:chgData name="Gabriel JULIEN" userId="e50c932d-b186-489d-8d71-aba54feca4d5" providerId="ADAL" clId="{F3543349-E7C9-5F90-A868-F12F66B704B2}" dt="2026-04-28T09:20:10.063" v="2116" actId="2711"/>
          <ac:picMkLst>
            <pc:docMk/>
            <pc:sldMk cId="326664288" sldId="2147483634"/>
            <ac:picMk id="51" creationId="{1BE8EC58-0590-D748-7ADE-1BE9D5AB8C11}"/>
          </ac:picMkLst>
        </pc:picChg>
        <pc:picChg chg="mod">
          <ac:chgData name="Gabriel JULIEN" userId="e50c932d-b186-489d-8d71-aba54feca4d5" providerId="ADAL" clId="{F3543349-E7C9-5F90-A868-F12F66B704B2}" dt="2026-04-28T09:20:10.063" v="2116" actId="2711"/>
          <ac:picMkLst>
            <pc:docMk/>
            <pc:sldMk cId="326664288" sldId="2147483634"/>
            <ac:picMk id="52" creationId="{4BC23C28-D23A-7164-3367-1094EF0A369D}"/>
          </ac:picMkLst>
        </pc:picChg>
        <pc:picChg chg="mod">
          <ac:chgData name="Gabriel JULIEN" userId="e50c932d-b186-489d-8d71-aba54feca4d5" providerId="ADAL" clId="{F3543349-E7C9-5F90-A868-F12F66B704B2}" dt="2026-04-28T09:20:10.063" v="2116" actId="2711"/>
          <ac:picMkLst>
            <pc:docMk/>
            <pc:sldMk cId="326664288" sldId="2147483634"/>
            <ac:picMk id="54" creationId="{5F56663F-D460-D7D7-6E08-4E320A74BB15}"/>
          </ac:picMkLst>
        </pc:picChg>
      </pc:sldChg>
      <pc:sldChg chg="delSp modSp add mod">
        <pc:chgData name="Gabriel JULIEN" userId="e50c932d-b186-489d-8d71-aba54feca4d5" providerId="ADAL" clId="{F3543349-E7C9-5F90-A868-F12F66B704B2}" dt="2026-04-28T10:10:57.757" v="3343" actId="113"/>
        <pc:sldMkLst>
          <pc:docMk/>
          <pc:sldMk cId="724174465" sldId="2147483636"/>
        </pc:sldMkLst>
        <pc:spChg chg="mod">
          <ac:chgData name="Gabriel JULIEN" userId="e50c932d-b186-489d-8d71-aba54feca4d5" providerId="ADAL" clId="{F3543349-E7C9-5F90-A868-F12F66B704B2}" dt="2026-04-28T09:18:44.505" v="2098" actId="2711"/>
          <ac:spMkLst>
            <pc:docMk/>
            <pc:sldMk cId="724174465" sldId="2147483636"/>
            <ac:spMk id="3" creationId="{12587915-6069-DE51-EB3A-3C93D212B2DC}"/>
          </ac:spMkLst>
        </pc:spChg>
        <pc:spChg chg="mod">
          <ac:chgData name="Gabriel JULIEN" userId="e50c932d-b186-489d-8d71-aba54feca4d5" providerId="ADAL" clId="{F3543349-E7C9-5F90-A868-F12F66B704B2}" dt="2026-04-28T09:18:44.505" v="2098" actId="2711"/>
          <ac:spMkLst>
            <pc:docMk/>
            <pc:sldMk cId="724174465" sldId="2147483636"/>
            <ac:spMk id="5" creationId="{000BC327-F717-B5A8-31B0-D8D2DD7B736D}"/>
          </ac:spMkLst>
        </pc:spChg>
        <pc:spChg chg="mod">
          <ac:chgData name="Gabriel JULIEN" userId="e50c932d-b186-489d-8d71-aba54feca4d5" providerId="ADAL" clId="{F3543349-E7C9-5F90-A868-F12F66B704B2}" dt="2026-04-28T09:18:44.505" v="2098" actId="2711"/>
          <ac:spMkLst>
            <pc:docMk/>
            <pc:sldMk cId="724174465" sldId="2147483636"/>
            <ac:spMk id="27" creationId="{B628A867-5C16-B8AD-25AC-7131E115F9AD}"/>
          </ac:spMkLst>
        </pc:spChg>
        <pc:spChg chg="mod">
          <ac:chgData name="Gabriel JULIEN" userId="e50c932d-b186-489d-8d71-aba54feca4d5" providerId="ADAL" clId="{F3543349-E7C9-5F90-A868-F12F66B704B2}" dt="2026-04-28T09:18:44.505" v="2098" actId="2711"/>
          <ac:spMkLst>
            <pc:docMk/>
            <pc:sldMk cId="724174465" sldId="2147483636"/>
            <ac:spMk id="29" creationId="{F4ACEA0C-48A1-80F6-B0A0-D2D1E0907092}"/>
          </ac:spMkLst>
        </pc:spChg>
        <pc:spChg chg="mod">
          <ac:chgData name="Gabriel JULIEN" userId="e50c932d-b186-489d-8d71-aba54feca4d5" providerId="ADAL" clId="{F3543349-E7C9-5F90-A868-F12F66B704B2}" dt="2026-04-28T10:10:57.757" v="3343" actId="113"/>
          <ac:spMkLst>
            <pc:docMk/>
            <pc:sldMk cId="724174465" sldId="2147483636"/>
            <ac:spMk id="38" creationId="{C73BD49A-7B09-607D-0A20-75452E4A5A6D}"/>
          </ac:spMkLst>
        </pc:spChg>
        <pc:spChg chg="mod">
          <ac:chgData name="Gabriel JULIEN" userId="e50c932d-b186-489d-8d71-aba54feca4d5" providerId="ADAL" clId="{F3543349-E7C9-5F90-A868-F12F66B704B2}" dt="2026-04-28T09:19:03.282" v="2099" actId="404"/>
          <ac:spMkLst>
            <pc:docMk/>
            <pc:sldMk cId="724174465" sldId="2147483636"/>
            <ac:spMk id="47" creationId="{AF45922A-8BAF-8296-C9D2-408D48372A32}"/>
          </ac:spMkLst>
        </pc:spChg>
        <pc:spChg chg="mod">
          <ac:chgData name="Gabriel JULIEN" userId="e50c932d-b186-489d-8d71-aba54feca4d5" providerId="ADAL" clId="{F3543349-E7C9-5F90-A868-F12F66B704B2}" dt="2026-04-28T09:19:03.282" v="2099" actId="404"/>
          <ac:spMkLst>
            <pc:docMk/>
            <pc:sldMk cId="724174465" sldId="2147483636"/>
            <ac:spMk id="48" creationId="{1FFC06B7-4500-B1DD-3922-301F2EF26FBC}"/>
          </ac:spMkLst>
        </pc:spChg>
        <pc:picChg chg="mod">
          <ac:chgData name="Gabriel JULIEN" userId="e50c932d-b186-489d-8d71-aba54feca4d5" providerId="ADAL" clId="{F3543349-E7C9-5F90-A868-F12F66B704B2}" dt="2026-04-28T09:18:44.505" v="2098" actId="2711"/>
          <ac:picMkLst>
            <pc:docMk/>
            <pc:sldMk cId="724174465" sldId="2147483636"/>
            <ac:picMk id="8" creationId="{E9A7D74F-D577-A134-6676-24B4A2855D4D}"/>
          </ac:picMkLst>
        </pc:picChg>
        <pc:picChg chg="mod">
          <ac:chgData name="Gabriel JULIEN" userId="e50c932d-b186-489d-8d71-aba54feca4d5" providerId="ADAL" clId="{F3543349-E7C9-5F90-A868-F12F66B704B2}" dt="2026-04-28T09:18:44.505" v="2098" actId="2711"/>
          <ac:picMkLst>
            <pc:docMk/>
            <pc:sldMk cId="724174465" sldId="2147483636"/>
            <ac:picMk id="9" creationId="{90FEF7BE-CA30-43B2-6070-ECCD2BCBB00A}"/>
          </ac:picMkLst>
        </pc:picChg>
        <pc:picChg chg="mod">
          <ac:chgData name="Gabriel JULIEN" userId="e50c932d-b186-489d-8d71-aba54feca4d5" providerId="ADAL" clId="{F3543349-E7C9-5F90-A868-F12F66B704B2}" dt="2026-04-28T09:18:44.505" v="2098" actId="2711"/>
          <ac:picMkLst>
            <pc:docMk/>
            <pc:sldMk cId="724174465" sldId="2147483636"/>
            <ac:picMk id="49" creationId="{62B31FE9-5915-597C-FE23-6454F6254D97}"/>
          </ac:picMkLst>
        </pc:picChg>
        <pc:picChg chg="mod">
          <ac:chgData name="Gabriel JULIEN" userId="e50c932d-b186-489d-8d71-aba54feca4d5" providerId="ADAL" clId="{F3543349-E7C9-5F90-A868-F12F66B704B2}" dt="2026-04-28T09:18:44.505" v="2098" actId="2711"/>
          <ac:picMkLst>
            <pc:docMk/>
            <pc:sldMk cId="724174465" sldId="2147483636"/>
            <ac:picMk id="53" creationId="{F57E3CB7-8406-9BBC-947B-BC9AF5D1A157}"/>
          </ac:picMkLst>
        </pc:picChg>
      </pc:sldChg>
      <pc:sldChg chg="delSp modSp add mod">
        <pc:chgData name="Gabriel JULIEN" userId="e50c932d-b186-489d-8d71-aba54feca4d5" providerId="ADAL" clId="{F3543349-E7C9-5F90-A868-F12F66B704B2}" dt="2026-04-28T10:11:02.777" v="3344" actId="113"/>
        <pc:sldMkLst>
          <pc:docMk/>
          <pc:sldMk cId="1490289146" sldId="2147483637"/>
        </pc:sldMkLst>
        <pc:spChg chg="mod">
          <ac:chgData name="Gabriel JULIEN" userId="e50c932d-b186-489d-8d71-aba54feca4d5" providerId="ADAL" clId="{F3543349-E7C9-5F90-A868-F12F66B704B2}" dt="2026-04-28T09:19:13.896" v="2100" actId="2711"/>
          <ac:spMkLst>
            <pc:docMk/>
            <pc:sldMk cId="1490289146" sldId="2147483637"/>
            <ac:spMk id="4" creationId="{05A488E6-5DD8-3723-87FC-DCD321C2839C}"/>
          </ac:spMkLst>
        </pc:spChg>
        <pc:spChg chg="mod">
          <ac:chgData name="Gabriel JULIEN" userId="e50c932d-b186-489d-8d71-aba54feca4d5" providerId="ADAL" clId="{F3543349-E7C9-5F90-A868-F12F66B704B2}" dt="2026-04-28T09:19:13.896" v="2100" actId="2711"/>
          <ac:spMkLst>
            <pc:docMk/>
            <pc:sldMk cId="1490289146" sldId="2147483637"/>
            <ac:spMk id="10" creationId="{CCD3FCD6-695A-B3A8-316C-CB525404666A}"/>
          </ac:spMkLst>
        </pc:spChg>
        <pc:spChg chg="mod">
          <ac:chgData name="Gabriel JULIEN" userId="e50c932d-b186-489d-8d71-aba54feca4d5" providerId="ADAL" clId="{F3543349-E7C9-5F90-A868-F12F66B704B2}" dt="2026-04-28T09:19:13.896" v="2100" actId="2711"/>
          <ac:spMkLst>
            <pc:docMk/>
            <pc:sldMk cId="1490289146" sldId="2147483637"/>
            <ac:spMk id="11" creationId="{16C1AAE2-5113-C50D-D434-61714B3E2D00}"/>
          </ac:spMkLst>
        </pc:spChg>
        <pc:spChg chg="mod">
          <ac:chgData name="Gabriel JULIEN" userId="e50c932d-b186-489d-8d71-aba54feca4d5" providerId="ADAL" clId="{F3543349-E7C9-5F90-A868-F12F66B704B2}" dt="2026-04-28T09:19:13.896" v="2100" actId="2711"/>
          <ac:spMkLst>
            <pc:docMk/>
            <pc:sldMk cId="1490289146" sldId="2147483637"/>
            <ac:spMk id="14" creationId="{4F5AE5B1-AAAD-EE37-1E56-E312A6DF0061}"/>
          </ac:spMkLst>
        </pc:spChg>
        <pc:spChg chg="mod">
          <ac:chgData name="Gabriel JULIEN" userId="e50c932d-b186-489d-8d71-aba54feca4d5" providerId="ADAL" clId="{F3543349-E7C9-5F90-A868-F12F66B704B2}" dt="2026-04-28T10:11:02.777" v="3344" actId="113"/>
          <ac:spMkLst>
            <pc:docMk/>
            <pc:sldMk cId="1490289146" sldId="2147483637"/>
            <ac:spMk id="21" creationId="{A1A3CD89-44EF-5CB3-E268-3A9B241710F1}"/>
          </ac:spMkLst>
        </pc:spChg>
        <pc:spChg chg="mod">
          <ac:chgData name="Gabriel JULIEN" userId="e50c932d-b186-489d-8d71-aba54feca4d5" providerId="ADAL" clId="{F3543349-E7C9-5F90-A868-F12F66B704B2}" dt="2026-04-28T09:19:13.896" v="2100" actId="2711"/>
          <ac:spMkLst>
            <pc:docMk/>
            <pc:sldMk cId="1490289146" sldId="2147483637"/>
            <ac:spMk id="47" creationId="{87E37ED4-FB80-C972-E7B7-D01BB31CD3FC}"/>
          </ac:spMkLst>
        </pc:spChg>
        <pc:spChg chg="mod">
          <ac:chgData name="Gabriel JULIEN" userId="e50c932d-b186-489d-8d71-aba54feca4d5" providerId="ADAL" clId="{F3543349-E7C9-5F90-A868-F12F66B704B2}" dt="2026-04-28T09:19:13.896" v="2100" actId="2711"/>
          <ac:spMkLst>
            <pc:docMk/>
            <pc:sldMk cId="1490289146" sldId="2147483637"/>
            <ac:spMk id="48" creationId="{9706CAC6-3E40-C0C8-7F79-A562F689397A}"/>
          </ac:spMkLst>
        </pc:spChg>
        <pc:picChg chg="mod">
          <ac:chgData name="Gabriel JULIEN" userId="e50c932d-b186-489d-8d71-aba54feca4d5" providerId="ADAL" clId="{F3543349-E7C9-5F90-A868-F12F66B704B2}" dt="2026-04-28T09:19:13.896" v="2100" actId="2711"/>
          <ac:picMkLst>
            <pc:docMk/>
            <pc:sldMk cId="1490289146" sldId="2147483637"/>
            <ac:picMk id="8" creationId="{C41801BF-4190-6FE9-3F8A-88F3A25A5669}"/>
          </ac:picMkLst>
        </pc:picChg>
        <pc:picChg chg="mod">
          <ac:chgData name="Gabriel JULIEN" userId="e50c932d-b186-489d-8d71-aba54feca4d5" providerId="ADAL" clId="{F3543349-E7C9-5F90-A868-F12F66B704B2}" dt="2026-04-28T09:19:13.896" v="2100" actId="2711"/>
          <ac:picMkLst>
            <pc:docMk/>
            <pc:sldMk cId="1490289146" sldId="2147483637"/>
            <ac:picMk id="18" creationId="{1CA4DF86-457E-AE85-7331-96800941946A}"/>
          </ac:picMkLst>
        </pc:picChg>
        <pc:picChg chg="mod">
          <ac:chgData name="Gabriel JULIEN" userId="e50c932d-b186-489d-8d71-aba54feca4d5" providerId="ADAL" clId="{F3543349-E7C9-5F90-A868-F12F66B704B2}" dt="2026-04-28T09:19:13.896" v="2100" actId="2711"/>
          <ac:picMkLst>
            <pc:docMk/>
            <pc:sldMk cId="1490289146" sldId="2147483637"/>
            <ac:picMk id="51" creationId="{F671AF01-451A-B6D9-9379-B16FE4353408}"/>
          </ac:picMkLst>
        </pc:picChg>
        <pc:picChg chg="mod">
          <ac:chgData name="Gabriel JULIEN" userId="e50c932d-b186-489d-8d71-aba54feca4d5" providerId="ADAL" clId="{F3543349-E7C9-5F90-A868-F12F66B704B2}" dt="2026-04-28T09:19:13.896" v="2100" actId="2711"/>
          <ac:picMkLst>
            <pc:docMk/>
            <pc:sldMk cId="1490289146" sldId="2147483637"/>
            <ac:picMk id="40962" creationId="{516DDE86-EDC4-713D-FAD2-44822154CEC8}"/>
          </ac:picMkLst>
        </pc:picChg>
      </pc:sldChg>
      <pc:sldChg chg="delSp modSp add mod">
        <pc:chgData name="Gabriel JULIEN" userId="e50c932d-b186-489d-8d71-aba54feca4d5" providerId="ADAL" clId="{F3543349-E7C9-5F90-A868-F12F66B704B2}" dt="2026-04-28T10:11:07.310" v="3345" actId="113"/>
        <pc:sldMkLst>
          <pc:docMk/>
          <pc:sldMk cId="839123463" sldId="2147483638"/>
        </pc:sldMkLst>
        <pc:spChg chg="mod">
          <ac:chgData name="Gabriel JULIEN" userId="e50c932d-b186-489d-8d71-aba54feca4d5" providerId="ADAL" clId="{F3543349-E7C9-5F90-A868-F12F66B704B2}" dt="2026-04-28T09:19:37.139" v="2103" actId="2711"/>
          <ac:spMkLst>
            <pc:docMk/>
            <pc:sldMk cId="839123463" sldId="2147483638"/>
            <ac:spMk id="3" creationId="{600F2446-24A3-258A-7FEC-26BCA4522BBC}"/>
          </ac:spMkLst>
        </pc:spChg>
        <pc:spChg chg="mod">
          <ac:chgData name="Gabriel JULIEN" userId="e50c932d-b186-489d-8d71-aba54feca4d5" providerId="ADAL" clId="{F3543349-E7C9-5F90-A868-F12F66B704B2}" dt="2026-04-28T09:19:37.139" v="2103" actId="2711"/>
          <ac:spMkLst>
            <pc:docMk/>
            <pc:sldMk cId="839123463" sldId="2147483638"/>
            <ac:spMk id="5" creationId="{54AA730F-1FA0-26B7-B400-7A8AA858673B}"/>
          </ac:spMkLst>
        </pc:spChg>
        <pc:spChg chg="mod">
          <ac:chgData name="Gabriel JULIEN" userId="e50c932d-b186-489d-8d71-aba54feca4d5" providerId="ADAL" clId="{F3543349-E7C9-5F90-A868-F12F66B704B2}" dt="2026-04-28T09:19:37.139" v="2103" actId="2711"/>
          <ac:spMkLst>
            <pc:docMk/>
            <pc:sldMk cId="839123463" sldId="2147483638"/>
            <ac:spMk id="13" creationId="{648EC9D7-D431-F191-3980-E790E69AD4AC}"/>
          </ac:spMkLst>
        </pc:spChg>
        <pc:spChg chg="mod">
          <ac:chgData name="Gabriel JULIEN" userId="e50c932d-b186-489d-8d71-aba54feca4d5" providerId="ADAL" clId="{F3543349-E7C9-5F90-A868-F12F66B704B2}" dt="2026-04-28T10:11:07.310" v="3345" actId="113"/>
          <ac:spMkLst>
            <pc:docMk/>
            <pc:sldMk cId="839123463" sldId="2147483638"/>
            <ac:spMk id="21" creationId="{75C741C1-BBDC-3182-9F54-44507A81C6E1}"/>
          </ac:spMkLst>
        </pc:spChg>
        <pc:spChg chg="mod">
          <ac:chgData name="Gabriel JULIEN" userId="e50c932d-b186-489d-8d71-aba54feca4d5" providerId="ADAL" clId="{F3543349-E7C9-5F90-A868-F12F66B704B2}" dt="2026-04-28T09:19:49.682" v="2113" actId="1037"/>
          <ac:spMkLst>
            <pc:docMk/>
            <pc:sldMk cId="839123463" sldId="2147483638"/>
            <ac:spMk id="23" creationId="{F8C4C1CD-06AC-EF80-DADA-C25D4877D581}"/>
          </ac:spMkLst>
        </pc:spChg>
        <pc:spChg chg="mod">
          <ac:chgData name="Gabriel JULIEN" userId="e50c932d-b186-489d-8d71-aba54feca4d5" providerId="ADAL" clId="{F3543349-E7C9-5F90-A868-F12F66B704B2}" dt="2026-04-28T09:19:37.139" v="2103" actId="2711"/>
          <ac:spMkLst>
            <pc:docMk/>
            <pc:sldMk cId="839123463" sldId="2147483638"/>
            <ac:spMk id="47" creationId="{EEF05482-9DC4-2933-72D6-85A9B4339F5E}"/>
          </ac:spMkLst>
        </pc:spChg>
        <pc:spChg chg="mod">
          <ac:chgData name="Gabriel JULIEN" userId="e50c932d-b186-489d-8d71-aba54feca4d5" providerId="ADAL" clId="{F3543349-E7C9-5F90-A868-F12F66B704B2}" dt="2026-04-28T09:19:37.139" v="2103" actId="2711"/>
          <ac:spMkLst>
            <pc:docMk/>
            <pc:sldMk cId="839123463" sldId="2147483638"/>
            <ac:spMk id="48" creationId="{E8A3CD28-B318-6939-444C-87CF899233E6}"/>
          </ac:spMkLst>
        </pc:spChg>
        <pc:picChg chg="mod">
          <ac:chgData name="Gabriel JULIEN" userId="e50c932d-b186-489d-8d71-aba54feca4d5" providerId="ADAL" clId="{F3543349-E7C9-5F90-A868-F12F66B704B2}" dt="2026-04-28T09:19:37.139" v="2103" actId="2711"/>
          <ac:picMkLst>
            <pc:docMk/>
            <pc:sldMk cId="839123463" sldId="2147483638"/>
            <ac:picMk id="7" creationId="{5FA052AE-47D3-6BFC-78DA-2181A1A50EBA}"/>
          </ac:picMkLst>
        </pc:picChg>
        <pc:picChg chg="mod">
          <ac:chgData name="Gabriel JULIEN" userId="e50c932d-b186-489d-8d71-aba54feca4d5" providerId="ADAL" clId="{F3543349-E7C9-5F90-A868-F12F66B704B2}" dt="2026-04-28T09:19:37.139" v="2103" actId="2711"/>
          <ac:picMkLst>
            <pc:docMk/>
            <pc:sldMk cId="839123463" sldId="2147483638"/>
            <ac:picMk id="17" creationId="{8FE1623D-3EA2-A556-17EB-0F5DFE278810}"/>
          </ac:picMkLst>
        </pc:picChg>
        <pc:picChg chg="mod">
          <ac:chgData name="Gabriel JULIEN" userId="e50c932d-b186-489d-8d71-aba54feca4d5" providerId="ADAL" clId="{F3543349-E7C9-5F90-A868-F12F66B704B2}" dt="2026-04-28T09:19:37.139" v="2103" actId="2711"/>
          <ac:picMkLst>
            <pc:docMk/>
            <pc:sldMk cId="839123463" sldId="2147483638"/>
            <ac:picMk id="49" creationId="{B3313083-9B46-96FD-8FEA-AC4D54520B2E}"/>
          </ac:picMkLst>
        </pc:picChg>
        <pc:picChg chg="mod">
          <ac:chgData name="Gabriel JULIEN" userId="e50c932d-b186-489d-8d71-aba54feca4d5" providerId="ADAL" clId="{F3543349-E7C9-5F90-A868-F12F66B704B2}" dt="2026-04-28T09:19:37.139" v="2103" actId="2711"/>
          <ac:picMkLst>
            <pc:docMk/>
            <pc:sldMk cId="839123463" sldId="2147483638"/>
            <ac:picMk id="41986" creationId="{5281DA1A-E90D-8238-ABB9-4A187C47B95E}"/>
          </ac:picMkLst>
        </pc:picChg>
      </pc:sldChg>
      <pc:sldChg chg="addSp delSp modSp new mod modClrScheme chgLayout">
        <pc:chgData name="Gabriel JULIEN" userId="e50c932d-b186-489d-8d71-aba54feca4d5" providerId="ADAL" clId="{F3543349-E7C9-5F90-A868-F12F66B704B2}" dt="2026-04-28T09:05:34.125" v="1584" actId="20577"/>
        <pc:sldMkLst>
          <pc:docMk/>
          <pc:sldMk cId="3929068411" sldId="2147483640"/>
        </pc:sldMkLst>
        <pc:spChg chg="add del mod">
          <ac:chgData name="Gabriel JULIEN" userId="e50c932d-b186-489d-8d71-aba54feca4d5" providerId="ADAL" clId="{F3543349-E7C9-5F90-A868-F12F66B704B2}" dt="2026-04-28T09:00:06.710" v="1411" actId="478"/>
          <ac:spMkLst>
            <pc:docMk/>
            <pc:sldMk cId="3929068411" sldId="2147483640"/>
            <ac:spMk id="4" creationId="{F481C3B3-3774-570D-AE18-77C2505A74B8}"/>
          </ac:spMkLst>
        </pc:spChg>
        <pc:spChg chg="add mod">
          <ac:chgData name="Gabriel JULIEN" userId="e50c932d-b186-489d-8d71-aba54feca4d5" providerId="ADAL" clId="{F3543349-E7C9-5F90-A868-F12F66B704B2}" dt="2026-04-28T09:05:34.125" v="1584" actId="20577"/>
          <ac:spMkLst>
            <pc:docMk/>
            <pc:sldMk cId="3929068411" sldId="2147483640"/>
            <ac:spMk id="5" creationId="{18E2A595-FBEA-70A3-9295-76799D03F9F4}"/>
          </ac:spMkLst>
        </pc:spChg>
        <pc:picChg chg="add del mod ord">
          <ac:chgData name="Gabriel JULIEN" userId="e50c932d-b186-489d-8d71-aba54feca4d5" providerId="ADAL" clId="{F3543349-E7C9-5F90-A868-F12F66B704B2}" dt="2026-04-28T09:00:23.369" v="1416" actId="1076"/>
          <ac:picMkLst>
            <pc:docMk/>
            <pc:sldMk cId="3929068411" sldId="2147483640"/>
            <ac:picMk id="3" creationId="{BF4352F3-C63F-AA76-65FF-095492A3FE66}"/>
          </ac:picMkLst>
        </pc:picChg>
      </pc:sldChg>
      <pc:sldChg chg="modSp mod">
        <pc:chgData name="Gabriel JULIEN" userId="e50c932d-b186-489d-8d71-aba54feca4d5" providerId="ADAL" clId="{F3543349-E7C9-5F90-A868-F12F66B704B2}" dt="2026-04-28T09:49:52.117" v="2688" actId="1076"/>
        <pc:sldMkLst>
          <pc:docMk/>
          <pc:sldMk cId="1756896844" sldId="2147483641"/>
        </pc:sldMkLst>
        <pc:spChg chg="mod">
          <ac:chgData name="Gabriel JULIEN" userId="e50c932d-b186-489d-8d71-aba54feca4d5" providerId="ADAL" clId="{F3543349-E7C9-5F90-A868-F12F66B704B2}" dt="2026-04-28T09:49:52.117" v="2688" actId="1076"/>
          <ac:spMkLst>
            <pc:docMk/>
            <pc:sldMk cId="1756896844" sldId="2147483641"/>
            <ac:spMk id="34" creationId="{407B8839-2789-97AF-5335-1103C5029214}"/>
          </ac:spMkLst>
        </pc:spChg>
      </pc:sldChg>
      <pc:sldChg chg="addSp delSp modSp mod">
        <pc:chgData name="Gabriel JULIEN" userId="e50c932d-b186-489d-8d71-aba54feca4d5" providerId="ADAL" clId="{F3543349-E7C9-5F90-A868-F12F66B704B2}" dt="2026-04-28T10:14:51.561" v="3385" actId="20577"/>
        <pc:sldMkLst>
          <pc:docMk/>
          <pc:sldMk cId="759448111" sldId="2147483642"/>
        </pc:sldMkLst>
        <pc:spChg chg="mod">
          <ac:chgData name="Gabriel JULIEN" userId="e50c932d-b186-489d-8d71-aba54feca4d5" providerId="ADAL" clId="{F3543349-E7C9-5F90-A868-F12F66B704B2}" dt="2026-04-28T10:14:51.561" v="3385" actId="20577"/>
          <ac:spMkLst>
            <pc:docMk/>
            <pc:sldMk cId="759448111" sldId="2147483642"/>
            <ac:spMk id="4" creationId="{C1B9439C-EC2F-E5F1-32AE-D7EB4B9FBC3F}"/>
          </ac:spMkLst>
        </pc:spChg>
        <pc:spChg chg="mod">
          <ac:chgData name="Gabriel JULIEN" userId="e50c932d-b186-489d-8d71-aba54feca4d5" providerId="ADAL" clId="{F3543349-E7C9-5F90-A868-F12F66B704B2}" dt="2026-04-28T10:05:44.506" v="3277" actId="14100"/>
          <ac:spMkLst>
            <pc:docMk/>
            <pc:sldMk cId="759448111" sldId="2147483642"/>
            <ac:spMk id="10" creationId="{3FF29A8D-4ED2-517E-D5C0-8104BD8A2E34}"/>
          </ac:spMkLst>
        </pc:spChg>
        <pc:spChg chg="mod">
          <ac:chgData name="Gabriel JULIEN" userId="e50c932d-b186-489d-8d71-aba54feca4d5" providerId="ADAL" clId="{F3543349-E7C9-5F90-A868-F12F66B704B2}" dt="2026-04-28T09:25:05.768" v="2205" actId="20577"/>
          <ac:spMkLst>
            <pc:docMk/>
            <pc:sldMk cId="759448111" sldId="2147483642"/>
            <ac:spMk id="12" creationId="{12FD9F3A-00F6-1857-360A-98DA2CA12CAD}"/>
          </ac:spMkLst>
        </pc:spChg>
        <pc:spChg chg="mod">
          <ac:chgData name="Gabriel JULIEN" userId="e50c932d-b186-489d-8d71-aba54feca4d5" providerId="ADAL" clId="{F3543349-E7C9-5F90-A868-F12F66B704B2}" dt="2026-04-28T09:37:36.135" v="2512" actId="14100"/>
          <ac:spMkLst>
            <pc:docMk/>
            <pc:sldMk cId="759448111" sldId="2147483642"/>
            <ac:spMk id="16" creationId="{EB863819-28C1-0F3D-C91A-7901BD8EE8C7}"/>
          </ac:spMkLst>
        </pc:spChg>
        <pc:spChg chg="mod">
          <ac:chgData name="Gabriel JULIEN" userId="e50c932d-b186-489d-8d71-aba54feca4d5" providerId="ADAL" clId="{F3543349-E7C9-5F90-A868-F12F66B704B2}" dt="2026-04-28T09:35:05.430" v="2440" actId="20577"/>
          <ac:spMkLst>
            <pc:docMk/>
            <pc:sldMk cId="759448111" sldId="2147483642"/>
            <ac:spMk id="19" creationId="{0D8E1B7E-75F7-3DE2-47AB-4F35769EB017}"/>
          </ac:spMkLst>
        </pc:spChg>
        <pc:spChg chg="mod">
          <ac:chgData name="Gabriel JULIEN" userId="e50c932d-b186-489d-8d71-aba54feca4d5" providerId="ADAL" clId="{F3543349-E7C9-5F90-A868-F12F66B704B2}" dt="2026-04-28T10:05:50.139" v="3279" actId="14100"/>
          <ac:spMkLst>
            <pc:docMk/>
            <pc:sldMk cId="759448111" sldId="2147483642"/>
            <ac:spMk id="20" creationId="{F3864DFA-EA20-2E3A-87EF-2277AC819BA7}"/>
          </ac:spMkLst>
        </pc:spChg>
        <pc:spChg chg="mod">
          <ac:chgData name="Gabriel JULIEN" userId="e50c932d-b186-489d-8d71-aba54feca4d5" providerId="ADAL" clId="{F3543349-E7C9-5F90-A868-F12F66B704B2}" dt="2026-04-28T09:38:05.078" v="2515" actId="14100"/>
          <ac:spMkLst>
            <pc:docMk/>
            <pc:sldMk cId="759448111" sldId="2147483642"/>
            <ac:spMk id="21" creationId="{2966B037-D17A-37D5-94CD-1FEA33EB524F}"/>
          </ac:spMkLst>
        </pc:spChg>
        <pc:spChg chg="mod">
          <ac:chgData name="Gabriel JULIEN" userId="e50c932d-b186-489d-8d71-aba54feca4d5" providerId="ADAL" clId="{F3543349-E7C9-5F90-A868-F12F66B704B2}" dt="2026-04-28T09:36:37.859" v="2500" actId="20577"/>
          <ac:spMkLst>
            <pc:docMk/>
            <pc:sldMk cId="759448111" sldId="2147483642"/>
            <ac:spMk id="22" creationId="{6E56FBA6-6EFC-4B21-D0D7-C1D44D6E582E}"/>
          </ac:spMkLst>
        </pc:spChg>
        <pc:spChg chg="mod">
          <ac:chgData name="Gabriel JULIEN" userId="e50c932d-b186-489d-8d71-aba54feca4d5" providerId="ADAL" clId="{F3543349-E7C9-5F90-A868-F12F66B704B2}" dt="2026-04-28T09:40:08.421" v="2557" actId="14100"/>
          <ac:spMkLst>
            <pc:docMk/>
            <pc:sldMk cId="759448111" sldId="2147483642"/>
            <ac:spMk id="25" creationId="{9D10CA90-8B90-BCAD-B200-52B3ECA40136}"/>
          </ac:spMkLst>
        </pc:spChg>
        <pc:spChg chg="mod">
          <ac:chgData name="Gabriel JULIEN" userId="e50c932d-b186-489d-8d71-aba54feca4d5" providerId="ADAL" clId="{F3543349-E7C9-5F90-A868-F12F66B704B2}" dt="2026-04-28T09:41:33.095" v="2579" actId="20577"/>
          <ac:spMkLst>
            <pc:docMk/>
            <pc:sldMk cId="759448111" sldId="2147483642"/>
            <ac:spMk id="28" creationId="{2DCCAD8D-BA62-551C-CC31-BCA4A2ABA143}"/>
          </ac:spMkLst>
        </pc:spChg>
        <pc:spChg chg="mod">
          <ac:chgData name="Gabriel JULIEN" userId="e50c932d-b186-489d-8d71-aba54feca4d5" providerId="ADAL" clId="{F3543349-E7C9-5F90-A868-F12F66B704B2}" dt="2026-04-28T09:41:09.101" v="2561" actId="20577"/>
          <ac:spMkLst>
            <pc:docMk/>
            <pc:sldMk cId="759448111" sldId="2147483642"/>
            <ac:spMk id="32" creationId="{5163E437-A743-C9E9-86FC-D45381F721F1}"/>
          </ac:spMkLst>
        </pc:spChg>
        <pc:spChg chg="mod">
          <ac:chgData name="Gabriel JULIEN" userId="e50c932d-b186-489d-8d71-aba54feca4d5" providerId="ADAL" clId="{F3543349-E7C9-5F90-A868-F12F66B704B2}" dt="2026-04-28T09:28:21.012" v="2354" actId="20577"/>
          <ac:spMkLst>
            <pc:docMk/>
            <pc:sldMk cId="759448111" sldId="2147483642"/>
            <ac:spMk id="33" creationId="{46321A32-1050-E6D4-7380-EFFBF5F5334B}"/>
          </ac:spMkLst>
        </pc:spChg>
        <pc:spChg chg="mod">
          <ac:chgData name="Gabriel JULIEN" userId="e50c932d-b186-489d-8d71-aba54feca4d5" providerId="ADAL" clId="{F3543349-E7C9-5F90-A868-F12F66B704B2}" dt="2026-04-28T09:38:54.457" v="2533" actId="20577"/>
          <ac:spMkLst>
            <pc:docMk/>
            <pc:sldMk cId="759448111" sldId="2147483642"/>
            <ac:spMk id="34" creationId="{F4F5CECD-CFA9-E4E1-B145-4DA778E9208E}"/>
          </ac:spMkLst>
        </pc:spChg>
        <pc:spChg chg="mod">
          <ac:chgData name="Gabriel JULIEN" userId="e50c932d-b186-489d-8d71-aba54feca4d5" providerId="ADAL" clId="{F3543349-E7C9-5F90-A868-F12F66B704B2}" dt="2026-04-28T09:40:17.344" v="2558" actId="404"/>
          <ac:spMkLst>
            <pc:docMk/>
            <pc:sldMk cId="759448111" sldId="2147483642"/>
            <ac:spMk id="37" creationId="{F1351760-276C-953C-9B9F-54651AA56522}"/>
          </ac:spMkLst>
        </pc:spChg>
        <pc:spChg chg="mod">
          <ac:chgData name="Gabriel JULIEN" userId="e50c932d-b186-489d-8d71-aba54feca4d5" providerId="ADAL" clId="{F3543349-E7C9-5F90-A868-F12F66B704B2}" dt="2026-04-28T09:40:59.107" v="2559" actId="14100"/>
          <ac:spMkLst>
            <pc:docMk/>
            <pc:sldMk cId="759448111" sldId="2147483642"/>
            <ac:spMk id="38" creationId="{3820F292-D57E-DCE1-3658-EDD9C0B31919}"/>
          </ac:spMkLst>
        </pc:spChg>
      </pc:sldChg>
      <pc:sldChg chg="modSp mod ord">
        <pc:chgData name="Gabriel JULIEN" userId="e50c932d-b186-489d-8d71-aba54feca4d5" providerId="ADAL" clId="{F3543349-E7C9-5F90-A868-F12F66B704B2}" dt="2026-04-28T10:17:30.205" v="3388" actId="20578"/>
        <pc:sldMkLst>
          <pc:docMk/>
          <pc:sldMk cId="3172185550" sldId="2147483643"/>
        </pc:sldMkLst>
        <pc:spChg chg="mod">
          <ac:chgData name="Gabriel JULIEN" userId="e50c932d-b186-489d-8d71-aba54feca4d5" providerId="ADAL" clId="{F3543349-E7C9-5F90-A868-F12F66B704B2}" dt="2026-04-28T10:11:55.060" v="3353" actId="207"/>
          <ac:spMkLst>
            <pc:docMk/>
            <pc:sldMk cId="3172185550" sldId="2147483643"/>
            <ac:spMk id="2" creationId="{98DDFDE4-C85A-9CF2-A40F-7CB65372FAE3}"/>
          </ac:spMkLst>
        </pc:spChg>
      </pc:sldChg>
      <pc:sldChg chg="modSp mod ord">
        <pc:chgData name="Gabriel JULIEN" userId="e50c932d-b186-489d-8d71-aba54feca4d5" providerId="ADAL" clId="{F3543349-E7C9-5F90-A868-F12F66B704B2}" dt="2026-04-28T10:17:30.205" v="3388" actId="20578"/>
        <pc:sldMkLst>
          <pc:docMk/>
          <pc:sldMk cId="1444656057" sldId="2147483644"/>
        </pc:sldMkLst>
        <pc:spChg chg="mod">
          <ac:chgData name="Gabriel JULIEN" userId="e50c932d-b186-489d-8d71-aba54feca4d5" providerId="ADAL" clId="{F3543349-E7C9-5F90-A868-F12F66B704B2}" dt="2026-04-28T10:12:20.457" v="3370" actId="207"/>
          <ac:spMkLst>
            <pc:docMk/>
            <pc:sldMk cId="1444656057" sldId="2147483644"/>
            <ac:spMk id="2" creationId="{24FA43F1-7F08-DDDC-55A3-C04A7FD79ED7}"/>
          </ac:spMkLst>
        </pc:spChg>
      </pc:sldChg>
      <pc:sldMasterChg chg="add addSldLayout modSldLayout">
        <pc:chgData name="Gabriel JULIEN" userId="e50c932d-b186-489d-8d71-aba54feca4d5" providerId="ADAL" clId="{F3543349-E7C9-5F90-A868-F12F66B704B2}" dt="2026-04-28T09:04:35.187" v="1571"/>
        <pc:sldMasterMkLst>
          <pc:docMk/>
          <pc:sldMasterMk cId="99600480" sldId="2147484873"/>
        </pc:sldMasterMkLst>
        <pc:sldLayoutChg chg="add">
          <pc:chgData name="Gabriel JULIEN" userId="e50c932d-b186-489d-8d71-aba54feca4d5" providerId="ADAL" clId="{F3543349-E7C9-5F90-A868-F12F66B704B2}" dt="2026-04-27T15:03:33.733" v="0"/>
          <pc:sldLayoutMkLst>
            <pc:docMk/>
            <pc:sldMasterMk cId="99600480" sldId="2147484873"/>
            <pc:sldLayoutMk cId="3062980912" sldId="2147484853"/>
          </pc:sldLayoutMkLst>
        </pc:sldLayoutChg>
        <pc:sldLayoutChg chg="add">
          <pc:chgData name="Gabriel JULIEN" userId="e50c932d-b186-489d-8d71-aba54feca4d5" providerId="ADAL" clId="{F3543349-E7C9-5F90-A868-F12F66B704B2}" dt="2026-04-27T15:03:33.733" v="0"/>
          <pc:sldLayoutMkLst>
            <pc:docMk/>
            <pc:sldMasterMk cId="99600480" sldId="2147484873"/>
            <pc:sldLayoutMk cId="1958044675" sldId="2147484855"/>
          </pc:sldLayoutMkLst>
        </pc:sldLayoutChg>
        <pc:sldLayoutChg chg="add">
          <pc:chgData name="Gabriel JULIEN" userId="e50c932d-b186-489d-8d71-aba54feca4d5" providerId="ADAL" clId="{F3543349-E7C9-5F90-A868-F12F66B704B2}" dt="2026-04-27T15:03:33.733" v="0"/>
          <pc:sldLayoutMkLst>
            <pc:docMk/>
            <pc:sldMasterMk cId="99600480" sldId="2147484873"/>
            <pc:sldLayoutMk cId="1082860085" sldId="2147484856"/>
          </pc:sldLayoutMkLst>
        </pc:sldLayoutChg>
        <pc:sldLayoutChg chg="add">
          <pc:chgData name="Gabriel JULIEN" userId="e50c932d-b186-489d-8d71-aba54feca4d5" providerId="ADAL" clId="{F3543349-E7C9-5F90-A868-F12F66B704B2}" dt="2026-04-27T15:03:33.733" v="0"/>
          <pc:sldLayoutMkLst>
            <pc:docMk/>
            <pc:sldMasterMk cId="99600480" sldId="2147484873"/>
            <pc:sldLayoutMk cId="3248694289" sldId="2147484857"/>
          </pc:sldLayoutMkLst>
        </pc:sldLayoutChg>
        <pc:sldLayoutChg chg="add">
          <pc:chgData name="Gabriel JULIEN" userId="e50c932d-b186-489d-8d71-aba54feca4d5" providerId="ADAL" clId="{F3543349-E7C9-5F90-A868-F12F66B704B2}" dt="2026-04-27T15:03:33.733" v="0"/>
          <pc:sldLayoutMkLst>
            <pc:docMk/>
            <pc:sldMasterMk cId="99600480" sldId="2147484873"/>
            <pc:sldLayoutMk cId="994386363" sldId="2147484858"/>
          </pc:sldLayoutMkLst>
        </pc:sldLayoutChg>
        <pc:sldLayoutChg chg="add">
          <pc:chgData name="Gabriel JULIEN" userId="e50c932d-b186-489d-8d71-aba54feca4d5" providerId="ADAL" clId="{F3543349-E7C9-5F90-A868-F12F66B704B2}" dt="2026-04-27T15:03:33.733" v="0"/>
          <pc:sldLayoutMkLst>
            <pc:docMk/>
            <pc:sldMasterMk cId="99600480" sldId="2147484873"/>
            <pc:sldLayoutMk cId="853276455" sldId="2147484859"/>
          </pc:sldLayoutMkLst>
        </pc:sldLayoutChg>
        <pc:sldLayoutChg chg="add">
          <pc:chgData name="Gabriel JULIEN" userId="e50c932d-b186-489d-8d71-aba54feca4d5" providerId="ADAL" clId="{F3543349-E7C9-5F90-A868-F12F66B704B2}" dt="2026-04-27T15:03:33.733" v="0"/>
          <pc:sldLayoutMkLst>
            <pc:docMk/>
            <pc:sldMasterMk cId="99600480" sldId="2147484873"/>
            <pc:sldLayoutMk cId="831108345" sldId="2147484860"/>
          </pc:sldLayoutMkLst>
        </pc:sldLayoutChg>
        <pc:sldLayoutChg chg="add">
          <pc:chgData name="Gabriel JULIEN" userId="e50c932d-b186-489d-8d71-aba54feca4d5" providerId="ADAL" clId="{F3543349-E7C9-5F90-A868-F12F66B704B2}" dt="2026-04-27T15:03:33.733" v="0"/>
          <pc:sldLayoutMkLst>
            <pc:docMk/>
            <pc:sldMasterMk cId="99600480" sldId="2147484873"/>
            <pc:sldLayoutMk cId="3089096937" sldId="2147484861"/>
          </pc:sldLayoutMkLst>
        </pc:sldLayoutChg>
        <pc:sldLayoutChg chg="add">
          <pc:chgData name="Gabriel JULIEN" userId="e50c932d-b186-489d-8d71-aba54feca4d5" providerId="ADAL" clId="{F3543349-E7C9-5F90-A868-F12F66B704B2}" dt="2026-04-27T15:03:33.733" v="0"/>
          <pc:sldLayoutMkLst>
            <pc:docMk/>
            <pc:sldMasterMk cId="99600480" sldId="2147484873"/>
            <pc:sldLayoutMk cId="2072211660" sldId="2147484862"/>
          </pc:sldLayoutMkLst>
        </pc:sldLayoutChg>
        <pc:sldLayoutChg chg="add">
          <pc:chgData name="Gabriel JULIEN" userId="e50c932d-b186-489d-8d71-aba54feca4d5" providerId="ADAL" clId="{F3543349-E7C9-5F90-A868-F12F66B704B2}" dt="2026-04-27T15:03:33.733" v="0"/>
          <pc:sldLayoutMkLst>
            <pc:docMk/>
            <pc:sldMasterMk cId="99600480" sldId="2147484873"/>
            <pc:sldLayoutMk cId="2293444560" sldId="2147484863"/>
          </pc:sldLayoutMkLst>
        </pc:sldLayoutChg>
        <pc:sldLayoutChg chg="add">
          <pc:chgData name="Gabriel JULIEN" userId="e50c932d-b186-489d-8d71-aba54feca4d5" providerId="ADAL" clId="{F3543349-E7C9-5F90-A868-F12F66B704B2}" dt="2026-04-27T15:03:33.733" v="0"/>
          <pc:sldLayoutMkLst>
            <pc:docMk/>
            <pc:sldMasterMk cId="99600480" sldId="2147484873"/>
            <pc:sldLayoutMk cId="2743818062" sldId="2147484864"/>
          </pc:sldLayoutMkLst>
        </pc:sldLayoutChg>
        <pc:sldLayoutChg chg="add">
          <pc:chgData name="Gabriel JULIEN" userId="e50c932d-b186-489d-8d71-aba54feca4d5" providerId="ADAL" clId="{F3543349-E7C9-5F90-A868-F12F66B704B2}" dt="2026-04-27T15:03:33.733" v="0"/>
          <pc:sldLayoutMkLst>
            <pc:docMk/>
            <pc:sldMasterMk cId="99600480" sldId="2147484873"/>
            <pc:sldLayoutMk cId="1671518753" sldId="2147484865"/>
          </pc:sldLayoutMkLst>
        </pc:sldLayoutChg>
        <pc:sldLayoutChg chg="add">
          <pc:chgData name="Gabriel JULIEN" userId="e50c932d-b186-489d-8d71-aba54feca4d5" providerId="ADAL" clId="{F3543349-E7C9-5F90-A868-F12F66B704B2}" dt="2026-04-27T15:03:33.733" v="0"/>
          <pc:sldLayoutMkLst>
            <pc:docMk/>
            <pc:sldMasterMk cId="99600480" sldId="2147484873"/>
            <pc:sldLayoutMk cId="219354808" sldId="2147484866"/>
          </pc:sldLayoutMkLst>
        </pc:sldLayoutChg>
        <pc:sldLayoutChg chg="add">
          <pc:chgData name="Gabriel JULIEN" userId="e50c932d-b186-489d-8d71-aba54feca4d5" providerId="ADAL" clId="{F3543349-E7C9-5F90-A868-F12F66B704B2}" dt="2026-04-27T15:03:33.733" v="0"/>
          <pc:sldLayoutMkLst>
            <pc:docMk/>
            <pc:sldMasterMk cId="99600480" sldId="2147484873"/>
            <pc:sldLayoutMk cId="4011644244" sldId="2147484867"/>
          </pc:sldLayoutMkLst>
        </pc:sldLayoutChg>
        <pc:sldLayoutChg chg="add">
          <pc:chgData name="Gabriel JULIEN" userId="e50c932d-b186-489d-8d71-aba54feca4d5" providerId="ADAL" clId="{F3543349-E7C9-5F90-A868-F12F66B704B2}" dt="2026-04-27T15:03:33.733" v="0"/>
          <pc:sldLayoutMkLst>
            <pc:docMk/>
            <pc:sldMasterMk cId="99600480" sldId="2147484873"/>
            <pc:sldLayoutMk cId="2988682096" sldId="2147484868"/>
          </pc:sldLayoutMkLst>
        </pc:sldLayoutChg>
        <pc:sldLayoutChg chg="add">
          <pc:chgData name="Gabriel JULIEN" userId="e50c932d-b186-489d-8d71-aba54feca4d5" providerId="ADAL" clId="{F3543349-E7C9-5F90-A868-F12F66B704B2}" dt="2026-04-27T15:03:33.733" v="0"/>
          <pc:sldLayoutMkLst>
            <pc:docMk/>
            <pc:sldMasterMk cId="99600480" sldId="2147484873"/>
            <pc:sldLayoutMk cId="1056274587" sldId="2147484869"/>
          </pc:sldLayoutMkLst>
        </pc:sldLayoutChg>
        <pc:sldLayoutChg chg="add">
          <pc:chgData name="Gabriel JULIEN" userId="e50c932d-b186-489d-8d71-aba54feca4d5" providerId="ADAL" clId="{F3543349-E7C9-5F90-A868-F12F66B704B2}" dt="2026-04-27T15:03:33.733" v="0"/>
          <pc:sldLayoutMkLst>
            <pc:docMk/>
            <pc:sldMasterMk cId="99600480" sldId="2147484873"/>
            <pc:sldLayoutMk cId="2854302001" sldId="2147484870"/>
          </pc:sldLayoutMkLst>
        </pc:sldLayoutChg>
        <pc:sldLayoutChg chg="add">
          <pc:chgData name="Gabriel JULIEN" userId="e50c932d-b186-489d-8d71-aba54feca4d5" providerId="ADAL" clId="{F3543349-E7C9-5F90-A868-F12F66B704B2}" dt="2026-04-27T15:03:33.733" v="0"/>
          <pc:sldLayoutMkLst>
            <pc:docMk/>
            <pc:sldMasterMk cId="99600480" sldId="2147484873"/>
            <pc:sldLayoutMk cId="3062976890" sldId="2147484871"/>
          </pc:sldLayoutMkLst>
        </pc:sldLayoutChg>
        <pc:sldLayoutChg chg="add">
          <pc:chgData name="Gabriel JULIEN" userId="e50c932d-b186-489d-8d71-aba54feca4d5" providerId="ADAL" clId="{F3543349-E7C9-5F90-A868-F12F66B704B2}" dt="2026-04-27T15:03:33.733" v="0"/>
          <pc:sldLayoutMkLst>
            <pc:docMk/>
            <pc:sldMasterMk cId="99600480" sldId="2147484873"/>
            <pc:sldLayoutMk cId="4195767250" sldId="2147484872"/>
          </pc:sldLayoutMkLst>
        </pc:sldLayoutChg>
        <pc:sldLayoutChg chg="addSp delSp modSp mod">
          <pc:chgData name="Gabriel JULIEN" userId="e50c932d-b186-489d-8d71-aba54feca4d5" providerId="ADAL" clId="{F3543349-E7C9-5F90-A868-F12F66B704B2}" dt="2026-04-28T09:04:35.187" v="1571"/>
          <pc:sldLayoutMkLst>
            <pc:docMk/>
            <pc:sldMasterMk cId="99600480" sldId="2147484873"/>
            <pc:sldLayoutMk cId="405252078" sldId="2147484874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3E28A2D9-3D4A-0CFD-59B0-6A797EE83F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7A5100A-7E24-1DAA-8C9F-E3D72C55DA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CE13D4-EB31-4B02-87A1-3C4A2F19DF63}" type="datetimeFigureOut">
              <a:rPr lang="fr-FR" smtClean="0"/>
              <a:t>11/05/2026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6091C2A-13E5-3D56-7BFC-89F27145391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648D7D8-8681-6C6A-1140-723B3621577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C8527A-C54B-4EC3-B6DD-B53EE218FA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696155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8T08:36:16.087"/>
    </inkml:context>
    <inkml:brush xml:id="br0">
      <inkml:brushProperty name="width" value="0.2" units="cm"/>
      <inkml:brushProperty name="height" value="0.2" units="cm"/>
      <inkml:brushProperty name="color" value="#FF5201"/>
    </inkml:brush>
  </inkml:definitions>
  <inkml:trace contextRef="#ctx0" brushRef="#br0">313 1 3223 0 0,'-7'6'8827'0'0,"2"-2"-8814"0"0,5-3-13 0 0,-1-1 0 0 0,0 1 0 0 0,1 0 0 0 0,-1-1 0 0 0,1 0 0 0 0,-1 1 0 0 0,1 0 0 0 0,0 0 0 0 0,-1-1 0 0 0,1 1 0 0 0,0-1 0 0 0,-1 1 0 0 0,1 0 0 0 0,0-1 0 0 0,0 1 0 0 0,0 0 0 0 0,0 0 0 0 0,0-1 0 0 0,0 2 0 0 0,0 1 0 0 0,-5 26 102 0 0,2 0 0 0 0,1 38 0 0 0,-1 23 992 0 0,1 88 533 0 0,4-72-1326 0 0,-4-30-99 0 0,7 189 52 0 0,2-201-190 0 0,-12-71-115 0 0,-1-10-2 0 0,-19-50-205 0 0,11 33 191 0 0,6 16 46 0 0,-1 1-1 0 0,-1 1 1 0 0,-1-1 0 0 0,-1 2 0 0 0,-19-21-1 0 0,-10-13 11 0 0,40 48 11 0 0,-17-24 0 0 0,-44-44 0 0 0,60 67 28 0 0,0 0 0 0 0,-1 0 0 0 0,1 0 0 0 0,-1 1 0 0 0,0-1-1 0 0,0 1 1 0 0,0-1 0 0 0,1 1 0 0 0,-8-2 0 0 0,10 3 53 0 0,-1 0-1 0 0,0 2-70 0 0,1 0 1 0 0,-1 0-1 0 0,0-1 0 0 0,0 1 0 0 0,1-1 1 0 0,0 1-1 0 0,0 0 0 0 0,-1 0 0 0 0,1 0 1 0 0,0-1-1 0 0,0 1 0 0 0,0 0 0 0 0,1-1 0 0 0,-1 4 1 0 0,1-1-5 0 0,1 5-17 0 0,0-1 0 0 0,0 1 0 0 0,1-1-1 0 0,0 0 1 0 0,7 12 0 0 0,27 38 7 0 0,-13-20 3 0 0,9 14 1 0 0,58 72 0 0 0,-83-114 0 0 0,2 0 0 0 0,10 9 0 0 0,-17-16 0 0 0,0-1 0 0 0,0 0 0 0 0,1 1 0 0 0,-1-1 0 0 0,0-1 0 0 0,1 1 0 0 0,0 0 0 0 0,0 0 0 0 0,0-1 0 0 0,-1 0 0 0 0,2 0 0 0 0,4 1 0 0 0,-8-2 8 0 0,1 0-1 0 0,0 0 1 0 0,0 0-1 0 0,1-1 0 0 0,-2 1 1 0 0,1-1-1 0 0,0 1 1 0 0,0-1-1 0 0,0 0 1 0 0,-1 0-1 0 0,1 1 0 0 0,0-1 1 0 0,-1 0-1 0 0,1 0 1 0 0,0 0-1 0 0,-1-1 1 0 0,0 1-1 0 0,0 0 0 0 0,1 0 1 0 0,-1 0-1 0 0,0-1 1 0 0,1-2-1 0 0,3-2 42 0 0,0-1 1 0 0,0 0-1 0 0,4-11 0 0 0,45-126 981 0 0,14-29 996 0 0,3 50-3378 0 0,-68 118 810 0 0,-1 2 542 0 0,5-2-58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8T08:36:23.614"/>
    </inkml:context>
    <inkml:brush xml:id="br0">
      <inkml:brushProperty name="width" value="0.2" units="cm"/>
      <inkml:brushProperty name="height" value="0.2" units="cm"/>
      <inkml:brushProperty name="color" value="#FF5201"/>
    </inkml:brush>
  </inkml:definitions>
  <inkml:trace contextRef="#ctx0" brushRef="#br0">313 1 3223 0 0,'-7'6'8827'0'0,"2"-2"-8814"0"0,5-3-13 0 0,-1-1 0 0 0,0 1 0 0 0,1 0 0 0 0,-1-1 0 0 0,1 0 0 0 0,-1 1 0 0 0,1 0 0 0 0,0 0 0 0 0,-1-1 0 0 0,1 1 0 0 0,0-1 0 0 0,-1 1 0 0 0,1 0 0 0 0,0-1 0 0 0,0 1 0 0 0,0 0 0 0 0,0 0 0 0 0,0-1 0 0 0,0 2 0 0 0,0 1 0 0 0,-5 26 102 0 0,2 0 0 0 0,1 38 0 0 0,-1 23 992 0 0,1 88 533 0 0,4-72-1326 0 0,-4-30-99 0 0,7 189 52 0 0,2-201-190 0 0,-12-71-115 0 0,-1-10-2 0 0,-19-50-205 0 0,11 33 191 0 0,6 16 46 0 0,-1 1-1 0 0,-1 1 1 0 0,-1-1 0 0 0,-1 2 0 0 0,-19-21-1 0 0,-10-13 11 0 0,40 48 11 0 0,-17-24 0 0 0,-44-44 0 0 0,60 67 28 0 0,0 0 0 0 0,-1 0 0 0 0,1 0 0 0 0,-1 1 0 0 0,0-1-1 0 0,0 1 1 0 0,0-1 0 0 0,1 1 0 0 0,-8-2 0 0 0,10 3 53 0 0,-1 0-1 0 0,0 2-70 0 0,1 0 1 0 0,-1 0-1 0 0,0-1 0 0 0,0 1 0 0 0,1-1 1 0 0,0 1-1 0 0,0 0 0 0 0,-1 0 0 0 0,1 0 1 0 0,0-1-1 0 0,0 1 0 0 0,0 0 0 0 0,1-1 0 0 0,-1 4 1 0 0,1-1-5 0 0,1 5-17 0 0,0-1 0 0 0,0 1 0 0 0,1-1-1 0 0,0 0 1 0 0,7 12 0 0 0,27 38 7 0 0,-13-20 3 0 0,9 14 1 0 0,58 72 0 0 0,-83-114 0 0 0,2 0 0 0 0,10 9 0 0 0,-17-16 0 0 0,0-1 0 0 0,0 0 0 0 0,1 1 0 0 0,-1-1 0 0 0,0-1 0 0 0,1 1 0 0 0,0 0 0 0 0,0 0 0 0 0,0-1 0 0 0,-1 0 0 0 0,2 0 0 0 0,4 1 0 0 0,-8-2 8 0 0,1 0-1 0 0,0 0 1 0 0,0 0-1 0 0,1-1 0 0 0,-2 1 1 0 0,1-1-1 0 0,0 1 1 0 0,0-1-1 0 0,0 0 1 0 0,-1 0-1 0 0,1 1 0 0 0,0-1 1 0 0,-1 0-1 0 0,1 0 1 0 0,0 0-1 0 0,-1-1 1 0 0,0 1-1 0 0,0 0 0 0 0,1 0 1 0 0,-1 0-1 0 0,0-1 1 0 0,1-2-1 0 0,3-2 42 0 0,0-1 1 0 0,0 0-1 0 0,4-11 0 0 0,45-126 981 0 0,14-29 996 0 0,3 50-3378 0 0,-68 118 810 0 0,-1 2 542 0 0,5-2-58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2ABA14-EA11-4791-BBDA-209C7ECE55A6}" type="datetimeFigureOut">
              <a:rPr lang="fr-FR" smtClean="0"/>
              <a:t>11/05/2026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088D84-9F29-4B36-9CDF-C35D1A1BBE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823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088D84-9F29-4B36-9CDF-C35D1A1BBE3F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86833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088D84-9F29-4B36-9CDF-C35D1A1BBE3F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56013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95130-409B-FE80-C009-D7C141E90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B4F5B8B-2448-DA8F-DD32-598EE0C087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C5AF2CE-5D5F-5E56-B458-4E6D0565EE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918D635-91D8-F879-9AC2-F3DBF7722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088D84-9F29-4B36-9CDF-C35D1A1BBE3F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6187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A36BB-7A48-9E76-7A74-F39AD5CE9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6619F7F-F214-DB56-1FD7-33EDEC6659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8C13C4C-49FE-926B-01ED-EC73DDA0A4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8534F38-46D0-1828-83AF-5D42CBEBA7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088D84-9F29-4B36-9CDF-C35D1A1BBE3F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43671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088D84-9F29-4B36-9CDF-C35D1A1BBE3F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6825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12">
            <a:extLst>
              <a:ext uri="{FF2B5EF4-FFF2-40B4-BE49-F238E27FC236}">
                <a16:creationId xmlns:a16="http://schemas.microsoft.com/office/drawing/2014/main" id="{06961C80-12F9-BADC-18DA-C5C68FF5F2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84976" y="0"/>
            <a:ext cx="7059174" cy="76002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Montserrat" panose="020B00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95804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493E28-1D98-A0C9-7ACB-49F459487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222" y="1158972"/>
            <a:ext cx="11501555" cy="533352"/>
          </a:xfrm>
          <a:prstGeom prst="rect">
            <a:avLst/>
          </a:prstGeom>
        </p:spPr>
        <p:txBody>
          <a:bodyPr/>
          <a:lstStyle>
            <a:lvl1pPr algn="ctr">
              <a:defRPr b="1" i="0">
                <a:latin typeface="Montserrat" panose="02010803020104030203" pitchFamily="2" charset="-79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4" name="Espace réservé du texte 12">
            <a:extLst>
              <a:ext uri="{FF2B5EF4-FFF2-40B4-BE49-F238E27FC236}">
                <a16:creationId xmlns:a16="http://schemas.microsoft.com/office/drawing/2014/main" id="{7DCB3D70-9DEF-B9FE-180A-2718841D46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84976" y="0"/>
            <a:ext cx="7059174" cy="80168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Montserrat" panose="020B00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082860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2">
            <a:extLst>
              <a:ext uri="{FF2B5EF4-FFF2-40B4-BE49-F238E27FC236}">
                <a16:creationId xmlns:a16="http://schemas.microsoft.com/office/drawing/2014/main" id="{4B14C2E8-EA81-8180-2434-F60E51AD05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84976" y="-16042"/>
            <a:ext cx="7059174" cy="7651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Montserrat" panose="020B00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Marcador de posición de imagen 8">
            <a:extLst>
              <a:ext uri="{FF2B5EF4-FFF2-40B4-BE49-F238E27FC236}">
                <a16:creationId xmlns:a16="http://schemas.microsoft.com/office/drawing/2014/main" id="{F5CE99F4-94FA-5194-A3E5-BE9810C26C6C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 rot="10800000" flipV="1">
            <a:off x="6663783" y="1175258"/>
            <a:ext cx="4839784" cy="4845713"/>
          </a:xfrm>
          <a:prstGeom prst="blockArc">
            <a:avLst>
              <a:gd name="adj1" fmla="val 12466481"/>
              <a:gd name="adj2" fmla="val 8847193"/>
              <a:gd name="adj3" fmla="val 31770"/>
            </a:avLst>
          </a:prstGeom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48694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3276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2">
            <a:extLst>
              <a:ext uri="{FF2B5EF4-FFF2-40B4-BE49-F238E27FC236}">
                <a16:creationId xmlns:a16="http://schemas.microsoft.com/office/drawing/2014/main" id="{4B14C2E8-EA81-8180-2434-F60E51AD05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84976" y="-16042"/>
            <a:ext cx="7059174" cy="7651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 i="0">
                <a:solidFill>
                  <a:srgbClr val="FF5201"/>
                </a:solidFill>
                <a:latin typeface="Montserrat" panose="020B00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4" name="Image 3" descr="Une image contenant Graphique, graphisme, Caractère coloré, cercle&#10;&#10;Description générée automatiquement">
            <a:extLst>
              <a:ext uri="{FF2B5EF4-FFF2-40B4-BE49-F238E27FC236}">
                <a16:creationId xmlns:a16="http://schemas.microsoft.com/office/drawing/2014/main" id="{A1045746-0D5A-37A7-1F34-2599F380CA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40987" y="263754"/>
            <a:ext cx="530167" cy="2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108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isuel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pour une image  19">
            <a:extLst>
              <a:ext uri="{FF2B5EF4-FFF2-40B4-BE49-F238E27FC236}">
                <a16:creationId xmlns:a16="http://schemas.microsoft.com/office/drawing/2014/main" id="{0366FC43-BE7A-0E82-79FF-9EF95E295D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775063"/>
            <a:ext cx="12192000" cy="550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096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isuel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2">
            <a:extLst>
              <a:ext uri="{FF2B5EF4-FFF2-40B4-BE49-F238E27FC236}">
                <a16:creationId xmlns:a16="http://schemas.microsoft.com/office/drawing/2014/main" id="{4B14C2E8-EA81-8180-2434-F60E51AD05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84976" y="-16042"/>
            <a:ext cx="7059174" cy="7651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 i="0">
                <a:solidFill>
                  <a:srgbClr val="FF5201"/>
                </a:solidFill>
                <a:latin typeface="Montserrat" panose="020B00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5" name="Espace réservé pour une image  19">
            <a:extLst>
              <a:ext uri="{FF2B5EF4-FFF2-40B4-BE49-F238E27FC236}">
                <a16:creationId xmlns:a16="http://schemas.microsoft.com/office/drawing/2014/main" id="{0366FC43-BE7A-0E82-79FF-9EF95E295D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775063"/>
            <a:ext cx="12192000" cy="550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211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Visuel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2">
            <a:extLst>
              <a:ext uri="{FF2B5EF4-FFF2-40B4-BE49-F238E27FC236}">
                <a16:creationId xmlns:a16="http://schemas.microsoft.com/office/drawing/2014/main" id="{4B14C2E8-EA81-8180-2434-F60E51AD05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84976" y="-16042"/>
            <a:ext cx="7059174" cy="7651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 i="0">
                <a:solidFill>
                  <a:srgbClr val="FF5201"/>
                </a:solidFill>
                <a:latin typeface="Montserrat" panose="020B00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5" name="Espace réservé pour une image  19">
            <a:extLst>
              <a:ext uri="{FF2B5EF4-FFF2-40B4-BE49-F238E27FC236}">
                <a16:creationId xmlns:a16="http://schemas.microsoft.com/office/drawing/2014/main" id="{0366FC43-BE7A-0E82-79FF-9EF95E295D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775063"/>
            <a:ext cx="12192000" cy="550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444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Visuel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2">
            <a:extLst>
              <a:ext uri="{FF2B5EF4-FFF2-40B4-BE49-F238E27FC236}">
                <a16:creationId xmlns:a16="http://schemas.microsoft.com/office/drawing/2014/main" id="{4B14C2E8-EA81-8180-2434-F60E51AD05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84976" y="-16042"/>
            <a:ext cx="7059174" cy="7651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 i="0">
                <a:solidFill>
                  <a:srgbClr val="FF5201"/>
                </a:solidFill>
                <a:latin typeface="Montserrat" panose="020B00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5" name="Espace réservé pour une image  19">
            <a:extLst>
              <a:ext uri="{FF2B5EF4-FFF2-40B4-BE49-F238E27FC236}">
                <a16:creationId xmlns:a16="http://schemas.microsoft.com/office/drawing/2014/main" id="{0366FC43-BE7A-0E82-79FF-9EF95E295D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775063"/>
            <a:ext cx="12192000" cy="550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818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Visuel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2">
            <a:extLst>
              <a:ext uri="{FF2B5EF4-FFF2-40B4-BE49-F238E27FC236}">
                <a16:creationId xmlns:a16="http://schemas.microsoft.com/office/drawing/2014/main" id="{4B14C2E8-EA81-8180-2434-F60E51AD05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84976" y="-16042"/>
            <a:ext cx="7059174" cy="7651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 i="0">
                <a:solidFill>
                  <a:srgbClr val="FF5201"/>
                </a:solidFill>
                <a:latin typeface="Montserrat" panose="020B00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5" name="Espace réservé pour une image  19">
            <a:extLst>
              <a:ext uri="{FF2B5EF4-FFF2-40B4-BE49-F238E27FC236}">
                <a16:creationId xmlns:a16="http://schemas.microsoft.com/office/drawing/2014/main" id="{0366FC43-BE7A-0E82-79FF-9EF95E295D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775063"/>
            <a:ext cx="12192000" cy="550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51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Visuel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2">
            <a:extLst>
              <a:ext uri="{FF2B5EF4-FFF2-40B4-BE49-F238E27FC236}">
                <a16:creationId xmlns:a16="http://schemas.microsoft.com/office/drawing/2014/main" id="{4B14C2E8-EA81-8180-2434-F60E51AD05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84976" y="-16042"/>
            <a:ext cx="7059174" cy="7651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 i="0">
                <a:solidFill>
                  <a:srgbClr val="FF5201"/>
                </a:solidFill>
                <a:latin typeface="Montserrat" panose="020B00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5" name="Espace réservé pour une image  19">
            <a:extLst>
              <a:ext uri="{FF2B5EF4-FFF2-40B4-BE49-F238E27FC236}">
                <a16:creationId xmlns:a16="http://schemas.microsoft.com/office/drawing/2014/main" id="{0366FC43-BE7A-0E82-79FF-9EF95E295D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775063"/>
            <a:ext cx="12192000" cy="550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644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Visuel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2">
            <a:extLst>
              <a:ext uri="{FF2B5EF4-FFF2-40B4-BE49-F238E27FC236}">
                <a16:creationId xmlns:a16="http://schemas.microsoft.com/office/drawing/2014/main" id="{4B14C2E8-EA81-8180-2434-F60E51AD05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84976" y="-16042"/>
            <a:ext cx="7059174" cy="7651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 i="0">
                <a:solidFill>
                  <a:srgbClr val="FF5201"/>
                </a:solidFill>
                <a:latin typeface="Montserrat" panose="020B00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5" name="Espace réservé pour une image  19">
            <a:extLst>
              <a:ext uri="{FF2B5EF4-FFF2-40B4-BE49-F238E27FC236}">
                <a16:creationId xmlns:a16="http://schemas.microsoft.com/office/drawing/2014/main" id="{0366FC43-BE7A-0E82-79FF-9EF95E295D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775063"/>
            <a:ext cx="12192000" cy="550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6820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tiers gau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49586C2B-A3D6-9805-54AC-AA21883E77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775064"/>
            <a:ext cx="4548188" cy="5503816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Montserrat" panose="020B0004020202020204" pitchFamily="34" charset="0"/>
              </a:defRPr>
            </a:lvl1pPr>
          </a:lstStyle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7BC309A-390E-F7CF-ADA9-BB6BC8E1B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7439" y="1501594"/>
            <a:ext cx="5201029" cy="681037"/>
          </a:xfrm>
          <a:prstGeom prst="rect">
            <a:avLst/>
          </a:prstGeom>
        </p:spPr>
        <p:txBody>
          <a:bodyPr/>
          <a:lstStyle>
            <a:lvl1pPr>
              <a:defRPr sz="4000" b="1" i="0">
                <a:latin typeface="Montserrat" panose="02010803020104030203" pitchFamily="2" charset="-79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8FADC7-94B5-BD88-0077-25E8CF563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7438" y="2890580"/>
            <a:ext cx="5201029" cy="297656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fr-FR" sz="1400" b="0" i="0" dirty="0" smtClean="0">
                <a:latin typeface="Montserrat" panose="020B0004020202020204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fr-FR" sz="1400" b="0" i="0" dirty="0" smtClean="0">
                <a:latin typeface="Montserrat" panose="020B0004020202020204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fr-FR" sz="1400" b="0" i="0" dirty="0" smtClean="0">
                <a:latin typeface="Montserrat" panose="020B0004020202020204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fr-FR" sz="1400" b="0" i="0" dirty="0" smtClean="0">
                <a:latin typeface="Montserrat" panose="020B00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fr-FR" sz="1400" b="0" i="0" dirty="0">
                <a:latin typeface="Montserrat" panose="020B0004020202020204" pitchFamily="34" charset="0"/>
              </a:defRPr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fr-FR"/>
              <a:t>Cliquez pour modifier les styles du texte du masque</a:t>
            </a:r>
          </a:p>
          <a:p>
            <a:pPr lvl="1">
              <a:lnSpc>
                <a:spcPct val="11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fr-FR"/>
              <a:t>Deuxième niveau</a:t>
            </a:r>
          </a:p>
          <a:p>
            <a:pPr lvl="2">
              <a:lnSpc>
                <a:spcPct val="11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fr-FR"/>
              <a:t>Troisième niveau</a:t>
            </a:r>
          </a:p>
          <a:p>
            <a:pPr lvl="3">
              <a:lnSpc>
                <a:spcPct val="11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fr-FR"/>
              <a:t>Quatrième niveau</a:t>
            </a:r>
          </a:p>
          <a:p>
            <a:pPr lvl="4">
              <a:lnSpc>
                <a:spcPct val="11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fr-FR"/>
              <a:t>Cinquième niveau</a:t>
            </a:r>
          </a:p>
        </p:txBody>
      </p:sp>
      <p:sp>
        <p:nvSpPr>
          <p:cNvPr id="4" name="Espace réservé du texte 12">
            <a:extLst>
              <a:ext uri="{FF2B5EF4-FFF2-40B4-BE49-F238E27FC236}">
                <a16:creationId xmlns:a16="http://schemas.microsoft.com/office/drawing/2014/main" id="{0CA40196-41A2-7065-7D06-99EA839D6F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84976" y="0"/>
            <a:ext cx="7059174" cy="80168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Montserrat" panose="020B00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0562745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- Ouver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DB01ED8C-26C0-EF45-3ACF-F7E5746154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19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9" y="25538"/>
            <a:ext cx="12191501" cy="6806921"/>
          </a:xfrm>
          <a:prstGeom prst="rect">
            <a:avLst/>
          </a:prstGeom>
        </p:spPr>
      </p:pic>
      <p:sp>
        <p:nvSpPr>
          <p:cNvPr id="30" name="Espace réservé du texte 29">
            <a:extLst>
              <a:ext uri="{FF2B5EF4-FFF2-40B4-BE49-F238E27FC236}">
                <a16:creationId xmlns:a16="http://schemas.microsoft.com/office/drawing/2014/main" id="{DA941A81-C0A0-217E-8D7E-1E7A4ECB17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1243012"/>
            <a:ext cx="5221287" cy="4371975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  <a:latin typeface="Montserrat"/>
              </a:defRPr>
            </a:lvl1pPr>
            <a:lvl2pPr>
              <a:defRPr sz="2400">
                <a:solidFill>
                  <a:schemeClr val="tx2"/>
                </a:solidFill>
              </a:defRPr>
            </a:lvl2pPr>
            <a:lvl3pPr>
              <a:defRPr sz="1800"/>
            </a:lvl3pPr>
            <a:lvl4pPr>
              <a:defRPr sz="1800"/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5" name="Marcador de posición de imagen 21">
            <a:extLst>
              <a:ext uri="{FF2B5EF4-FFF2-40B4-BE49-F238E27FC236}">
                <a16:creationId xmlns:a16="http://schemas.microsoft.com/office/drawing/2014/main" id="{D07C2948-B2C2-F333-122D-C672464981F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48778" y="-6543222"/>
            <a:ext cx="13086443" cy="13086443"/>
          </a:xfrm>
          <a:prstGeom prst="blockArc">
            <a:avLst>
              <a:gd name="adj1" fmla="val 5405126"/>
              <a:gd name="adj2" fmla="val 10809590"/>
              <a:gd name="adj3" fmla="val 32095"/>
            </a:avLst>
          </a:prstGeom>
          <a:ln>
            <a:noFill/>
          </a:ln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s-MX"/>
          </a:p>
        </p:txBody>
      </p:sp>
      <p:sp>
        <p:nvSpPr>
          <p:cNvPr id="39" name="Arco 1">
            <a:extLst>
              <a:ext uri="{FF2B5EF4-FFF2-40B4-BE49-F238E27FC236}">
                <a16:creationId xmlns:a16="http://schemas.microsoft.com/office/drawing/2014/main" id="{6CC49FEE-2214-F1DB-7223-208192E760CE}"/>
              </a:ext>
            </a:extLst>
          </p:cNvPr>
          <p:cNvSpPr/>
          <p:nvPr userDrawn="1"/>
        </p:nvSpPr>
        <p:spPr>
          <a:xfrm rot="3656643">
            <a:off x="-1195052" y="4767220"/>
            <a:ext cx="4181559" cy="4181559"/>
          </a:xfrm>
          <a:prstGeom prst="arc">
            <a:avLst>
              <a:gd name="adj1" fmla="val 10916848"/>
              <a:gd name="adj2" fmla="val 18424255"/>
            </a:avLst>
          </a:prstGeom>
          <a:ln w="50800">
            <a:solidFill>
              <a:schemeClr val="tx2">
                <a:alpha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0" name="Elipse 2">
            <a:extLst>
              <a:ext uri="{FF2B5EF4-FFF2-40B4-BE49-F238E27FC236}">
                <a16:creationId xmlns:a16="http://schemas.microsoft.com/office/drawing/2014/main" id="{AB063977-05D9-754E-7660-2050DDC7D682}"/>
              </a:ext>
            </a:extLst>
          </p:cNvPr>
          <p:cNvSpPr/>
          <p:nvPr userDrawn="1"/>
        </p:nvSpPr>
        <p:spPr>
          <a:xfrm>
            <a:off x="1172898" y="109673"/>
            <a:ext cx="950495" cy="950495"/>
          </a:xfrm>
          <a:prstGeom prst="ellipse">
            <a:avLst/>
          </a:prstGeom>
          <a:solidFill>
            <a:schemeClr val="tx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38FDDDC-E3E7-64FC-ABE2-90948E84B18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44934" y="397711"/>
            <a:ext cx="798967" cy="374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3020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4" orient="horz" pos="4088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7 - Card Overview (x3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erda 1">
            <a:extLst>
              <a:ext uri="{FF2B5EF4-FFF2-40B4-BE49-F238E27FC236}">
                <a16:creationId xmlns:a16="http://schemas.microsoft.com/office/drawing/2014/main" id="{D72E547F-45D0-407D-95AC-E8A9DFDDEC8C}"/>
              </a:ext>
            </a:extLst>
          </p:cNvPr>
          <p:cNvSpPr/>
          <p:nvPr userDrawn="1"/>
        </p:nvSpPr>
        <p:spPr>
          <a:xfrm>
            <a:off x="1342358" y="5879397"/>
            <a:ext cx="2085541" cy="2085541"/>
          </a:xfrm>
          <a:prstGeom prst="chord">
            <a:avLst>
              <a:gd name="adj1" fmla="val 10946429"/>
              <a:gd name="adj2" fmla="val 21432292"/>
            </a:avLst>
          </a:prstGeom>
          <a:solidFill>
            <a:schemeClr val="tx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Arco 11">
            <a:extLst>
              <a:ext uri="{FF2B5EF4-FFF2-40B4-BE49-F238E27FC236}">
                <a16:creationId xmlns:a16="http://schemas.microsoft.com/office/drawing/2014/main" id="{7CCA211F-9470-464D-B98A-D2FEA5A974B1}"/>
              </a:ext>
            </a:extLst>
          </p:cNvPr>
          <p:cNvSpPr/>
          <p:nvPr userDrawn="1"/>
        </p:nvSpPr>
        <p:spPr>
          <a:xfrm rot="5400000">
            <a:off x="5817690" y="-2246668"/>
            <a:ext cx="6801601" cy="6801601"/>
          </a:xfrm>
          <a:prstGeom prst="arc">
            <a:avLst>
              <a:gd name="adj1" fmla="val 17819906"/>
              <a:gd name="adj2" fmla="val 6608620"/>
            </a:avLst>
          </a:prstGeom>
          <a:ln w="50800">
            <a:solidFill>
              <a:schemeClr val="tx2">
                <a:alpha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Espace réservé du numéro de diapositive 1">
            <a:extLst>
              <a:ext uri="{FF2B5EF4-FFF2-40B4-BE49-F238E27FC236}">
                <a16:creationId xmlns:a16="http://schemas.microsoft.com/office/drawing/2014/main" id="{DB453CF6-84A0-A60B-C1D4-B51616196778}"/>
              </a:ext>
            </a:extLst>
          </p:cNvPr>
          <p:cNvSpPr txBox="1">
            <a:spLocks/>
          </p:cNvSpPr>
          <p:nvPr userDrawn="1"/>
        </p:nvSpPr>
        <p:spPr>
          <a:xfrm>
            <a:off x="10581798" y="6116881"/>
            <a:ext cx="10316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MX"/>
            </a:defPPr>
            <a:lvl1pPr marL="0" algn="r" defTabSz="914400" rtl="0" eaLnBrk="1" latinLnBrk="0" hangingPunct="1">
              <a:defRPr sz="1600" kern="1200">
                <a:solidFill>
                  <a:schemeClr val="bg2"/>
                </a:solidFill>
                <a:latin typeface="Montserrat" pitchFamily="2" charset="0"/>
                <a:ea typeface="+mn-ea"/>
                <a:cs typeface="Montserra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9pPr>
          </a:lstStyle>
          <a:p>
            <a:r>
              <a:rPr lang="es-MX" b="1">
                <a:solidFill>
                  <a:schemeClr val="tx2">
                    <a:lumMod val="20000"/>
                    <a:lumOff val="80000"/>
                  </a:schemeClr>
                </a:solidFill>
                <a:latin typeface="Montserrat" panose="020B0602020204020303" pitchFamily="34" charset="-79"/>
                <a:cs typeface="Montserrat" panose="020B0602020204020303" pitchFamily="34" charset="-79"/>
              </a:rPr>
              <a:t>|</a:t>
            </a:r>
            <a:fld id="{A26865B5-3266-4E90-A0AC-88F04D0BE393}" type="slidenum">
              <a:rPr lang="es-MX" b="1" smtClean="0">
                <a:solidFill>
                  <a:schemeClr val="tx2"/>
                </a:solidFill>
                <a:latin typeface="Montserrat" panose="020B0602020204020303" pitchFamily="34" charset="-79"/>
                <a:cs typeface="Montserrat" panose="020B0602020204020303" pitchFamily="34" charset="-79"/>
              </a:rPr>
              <a:pPr/>
              <a:t>‹N°›</a:t>
            </a:fld>
            <a:endParaRPr lang="es-MX" b="1">
              <a:solidFill>
                <a:schemeClr val="tx2"/>
              </a:solidFill>
              <a:latin typeface="Montserrat" panose="020B0602020204020303" pitchFamily="34" charset="-79"/>
              <a:cs typeface="Montserrat" panose="020B0602020204020303" pitchFamily="34" charset="-79"/>
            </a:endParaRPr>
          </a:p>
        </p:txBody>
      </p:sp>
      <p:pic>
        <p:nvPicPr>
          <p:cNvPr id="5" name="Imagen 5">
            <a:extLst>
              <a:ext uri="{FF2B5EF4-FFF2-40B4-BE49-F238E27FC236}">
                <a16:creationId xmlns:a16="http://schemas.microsoft.com/office/drawing/2014/main" id="{5FD33FD1-1BF4-120B-C3B2-F768C065A3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44934" y="387502"/>
            <a:ext cx="798967" cy="394838"/>
          </a:xfrm>
          <a:prstGeom prst="rect">
            <a:avLst/>
          </a:prstGeom>
        </p:spPr>
      </p:pic>
      <p:sp>
        <p:nvSpPr>
          <p:cNvPr id="17" name="Espace réservé du texte 15">
            <a:extLst>
              <a:ext uri="{FF2B5EF4-FFF2-40B4-BE49-F238E27FC236}">
                <a16:creationId xmlns:a16="http://schemas.microsoft.com/office/drawing/2014/main" id="{F7984933-58E9-00BF-AC88-BEBA9C7C93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5151" y="360076"/>
            <a:ext cx="9840046" cy="422264"/>
          </a:xfrm>
        </p:spPr>
        <p:txBody>
          <a:bodyPr/>
          <a:lstStyle>
            <a:lvl1pPr>
              <a:defRPr sz="2800">
                <a:latin typeface="Montserrat" panose="02010803020104030203" pitchFamily="2" charset="-79"/>
                <a:cs typeface="Montserrat" panose="02010803020104030203" pitchFamily="2" charset="-79"/>
              </a:defRPr>
            </a:lvl1pPr>
            <a:lvl5pPr marL="1828800" indent="0">
              <a:buNone/>
              <a:defRPr/>
            </a:lvl5pPr>
          </a:lstStyle>
          <a:p>
            <a:pPr lvl="0"/>
            <a:r>
              <a:rPr lang="fr-FR"/>
              <a:t>Cliquez pour modifier les styles du</a:t>
            </a:r>
          </a:p>
        </p:txBody>
      </p:sp>
      <p:sp>
        <p:nvSpPr>
          <p:cNvPr id="7" name="Espace réservé du texte 15">
            <a:extLst>
              <a:ext uri="{FF2B5EF4-FFF2-40B4-BE49-F238E27FC236}">
                <a16:creationId xmlns:a16="http://schemas.microsoft.com/office/drawing/2014/main" id="{480DAA1E-A985-A655-D18D-2ACC0E2755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5151" y="782340"/>
            <a:ext cx="9840046" cy="422264"/>
          </a:xfrm>
        </p:spPr>
        <p:txBody>
          <a:bodyPr>
            <a:normAutofit/>
          </a:bodyPr>
          <a:lstStyle>
            <a:lvl1pPr>
              <a:defRPr sz="2000" b="0">
                <a:solidFill>
                  <a:schemeClr val="tx2"/>
                </a:solidFill>
                <a:latin typeface="Montserrat" pitchFamily="2" charset="77"/>
                <a:cs typeface="Montserrat" panose="02010803020104030203" pitchFamily="2" charset="-79"/>
              </a:defRPr>
            </a:lvl1pPr>
            <a:lvl5pPr marL="1828800" indent="0">
              <a:buNone/>
              <a:defRPr/>
            </a:lvl5pPr>
          </a:lstStyle>
          <a:p>
            <a:pPr lvl="0"/>
            <a:r>
              <a:rPr lang="fr-FR"/>
              <a:t>Cliquez pour modifier les styles du</a:t>
            </a:r>
          </a:p>
        </p:txBody>
      </p:sp>
    </p:spTree>
    <p:extLst>
      <p:ext uri="{BB962C8B-B14F-4D97-AF65-F5344CB8AC3E}">
        <p14:creationId xmlns:p14="http://schemas.microsoft.com/office/powerpoint/2010/main" val="30629768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821EF14-C390-4E2C-6F42-43160220249C}"/>
              </a:ext>
            </a:extLst>
          </p:cNvPr>
          <p:cNvSpPr>
            <a:spLocks/>
          </p:cNvSpPr>
          <p:nvPr userDrawn="1"/>
        </p:nvSpPr>
        <p:spPr>
          <a:xfrm>
            <a:off x="0" y="6282000"/>
            <a:ext cx="12176872" cy="576000"/>
          </a:xfrm>
          <a:prstGeom prst="rect">
            <a:avLst/>
          </a:prstGeom>
          <a:solidFill>
            <a:schemeClr val="bg1"/>
          </a:solidFill>
          <a:ln w="3175">
            <a:solidFill>
              <a:srgbClr val="160D3D">
                <a:alpha val="10588"/>
              </a:srgbClr>
            </a:solidFill>
          </a:ln>
          <a:effectLst>
            <a:outerShdw blurRad="50800" dist="38100" dir="2700000" algn="tl" rotWithShape="0">
              <a:schemeClr val="bg2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fr-FR" b="0" i="0">
              <a:solidFill>
                <a:srgbClr val="160D3D"/>
              </a:solidFill>
              <a:latin typeface="Montserrat" panose="020B0004020202020204" pitchFamily="34" charset="0"/>
            </a:endParaRPr>
          </a:p>
        </p:txBody>
      </p:sp>
      <p:pic>
        <p:nvPicPr>
          <p:cNvPr id="9" name="Image 8" descr="Une image contenant logo, Graphique, silhouette&#10;&#10;Description générée automatiquement">
            <a:extLst>
              <a:ext uri="{FF2B5EF4-FFF2-40B4-BE49-F238E27FC236}">
                <a16:creationId xmlns:a16="http://schemas.microsoft.com/office/drawing/2014/main" id="{10969A5D-4843-43B0-0FA3-9F330A45DA1E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6093" y="6387438"/>
            <a:ext cx="365125" cy="365125"/>
          </a:xfrm>
          <a:prstGeom prst="rect">
            <a:avLst/>
          </a:prstGeom>
        </p:spPr>
      </p:pic>
      <p:sp>
        <p:nvSpPr>
          <p:cNvPr id="10" name="Espace réservé du pied de page 4">
            <a:extLst>
              <a:ext uri="{FF2B5EF4-FFF2-40B4-BE49-F238E27FC236}">
                <a16:creationId xmlns:a16="http://schemas.microsoft.com/office/drawing/2014/main" id="{8F522CF6-3DC8-EDB2-C46A-FC821EADE6B1}"/>
              </a:ext>
            </a:extLst>
          </p:cNvPr>
          <p:cNvSpPr txBox="1">
            <a:spLocks/>
          </p:cNvSpPr>
          <p:nvPr userDrawn="1"/>
        </p:nvSpPr>
        <p:spPr>
          <a:xfrm>
            <a:off x="9835775" y="6488239"/>
            <a:ext cx="2093259" cy="2154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000" kern="1200">
                <a:solidFill>
                  <a:srgbClr val="160D3D"/>
                </a:solidFill>
                <a:latin typeface="Montserrat" pitchFamily="2" charset="0"/>
                <a:ea typeface="+mn-ea"/>
                <a:cs typeface="Montserra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9pPr>
          </a:lstStyle>
          <a:p>
            <a:pPr algn="r"/>
            <a:r>
              <a:rPr lang="fr-FR" sz="800" b="0" i="0">
                <a:solidFill>
                  <a:srgbClr val="160D3D"/>
                </a:solidFill>
                <a:latin typeface="Montserrat" panose="020B0004020202020204" pitchFamily="34" charset="0"/>
              </a:rPr>
              <a:t>KPCGROUP.FR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05AE39-AEEE-C153-31D7-C643B44EBEB6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763480"/>
          </a:xfrm>
          <a:prstGeom prst="rect">
            <a:avLst/>
          </a:prstGeom>
          <a:solidFill>
            <a:schemeClr val="bg1"/>
          </a:solidFill>
          <a:ln w="3175">
            <a:solidFill>
              <a:srgbClr val="160D3D">
                <a:alpha val="10980"/>
              </a:srgbClr>
            </a:solidFill>
          </a:ln>
          <a:effectLst>
            <a:outerShdw blurRad="50800" dist="38100" dir="2700000" algn="tl" rotWithShape="0">
              <a:schemeClr val="bg2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0" i="0">
              <a:solidFill>
                <a:srgbClr val="160D3D"/>
              </a:solidFill>
              <a:latin typeface="Montserrat" panose="020B0004020202020204" pitchFamily="34" charset="0"/>
            </a:endParaRPr>
          </a:p>
        </p:txBody>
      </p:sp>
      <p:sp>
        <p:nvSpPr>
          <p:cNvPr id="12" name="Espace réservé du pied de page 4">
            <a:extLst>
              <a:ext uri="{FF2B5EF4-FFF2-40B4-BE49-F238E27FC236}">
                <a16:creationId xmlns:a16="http://schemas.microsoft.com/office/drawing/2014/main" id="{6806A2D4-594F-DB81-9F2E-5BD511B72E17}"/>
              </a:ext>
            </a:extLst>
          </p:cNvPr>
          <p:cNvSpPr txBox="1">
            <a:spLocks/>
          </p:cNvSpPr>
          <p:nvPr userDrawn="1"/>
        </p:nvSpPr>
        <p:spPr>
          <a:xfrm>
            <a:off x="310466" y="199178"/>
            <a:ext cx="42291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000" kern="1200">
                <a:solidFill>
                  <a:srgbClr val="160D3D"/>
                </a:solidFill>
                <a:latin typeface="Montserrat" pitchFamily="2" charset="0"/>
                <a:ea typeface="+mn-ea"/>
                <a:cs typeface="Montserra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9pPr>
          </a:lstStyle>
          <a:p>
            <a:pPr algn="l"/>
            <a:r>
              <a:rPr lang="en-GB" sz="1200" b="1" i="0" noProof="1">
                <a:latin typeface="Montserrat" panose="020B0004020202020204" pitchFamily="34" charset="0"/>
              </a:rPr>
              <a:t>Formation</a:t>
            </a:r>
          </a:p>
          <a:p>
            <a:pPr algn="l"/>
            <a:r>
              <a:rPr lang="en-GB" sz="1200" b="1" i="0" noProof="1">
                <a:solidFill>
                  <a:srgbClr val="FF5201"/>
                </a:solidFill>
                <a:latin typeface="Montserrat" panose="020B0004020202020204" pitchFamily="34" charset="0"/>
              </a:rPr>
              <a:t>DBT</a:t>
            </a:r>
          </a:p>
        </p:txBody>
      </p:sp>
      <p:grpSp>
        <p:nvGrpSpPr>
          <p:cNvPr id="3" name="Group 1">
            <a:extLst>
              <a:ext uri="{FF2B5EF4-FFF2-40B4-BE49-F238E27FC236}">
                <a16:creationId xmlns:a16="http://schemas.microsoft.com/office/drawing/2014/main" id="{CB6C82AE-2DEB-4C4D-54E3-91A391302044}"/>
              </a:ext>
            </a:extLst>
          </p:cNvPr>
          <p:cNvGrpSpPr/>
          <p:nvPr userDrawn="1"/>
        </p:nvGrpSpPr>
        <p:grpSpPr>
          <a:xfrm>
            <a:off x="10147449" y="5359399"/>
            <a:ext cx="2044730" cy="1498600"/>
            <a:chOff x="9945293" y="5252707"/>
            <a:chExt cx="2003995" cy="1468767"/>
          </a:xfrm>
        </p:grpSpPr>
        <p:pic>
          <p:nvPicPr>
            <p:cNvPr id="4" name="Image 6">
              <a:extLst>
                <a:ext uri="{FF2B5EF4-FFF2-40B4-BE49-F238E27FC236}">
                  <a16:creationId xmlns:a16="http://schemas.microsoft.com/office/drawing/2014/main" id="{1554C486-0719-1925-2BAB-0E4B6E8106F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ltGray">
            <a:xfrm>
              <a:off x="9945293" y="5252707"/>
              <a:ext cx="2001921" cy="14687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77A9843-5F88-FD79-D22B-63DD8F473FD2}"/>
                </a:ext>
              </a:extLst>
            </p:cNvPr>
            <p:cNvSpPr/>
            <p:nvPr userDrawn="1"/>
          </p:nvSpPr>
          <p:spPr bwMode="ltGray">
            <a:xfrm>
              <a:off x="10161400" y="5430458"/>
              <a:ext cx="1787888" cy="1129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837"/>
            </a:p>
          </p:txBody>
        </p:sp>
      </p:grpSp>
      <p:pic>
        <p:nvPicPr>
          <p:cNvPr id="5124" name="Picture 4" descr="Conseil et Expertise en Data Intelligence et Digital Business | KPC">
            <a:extLst>
              <a:ext uri="{FF2B5EF4-FFF2-40B4-BE49-F238E27FC236}">
                <a16:creationId xmlns:a16="http://schemas.microsoft.com/office/drawing/2014/main" id="{5252E653-8CAA-328C-35F7-99F11CB862C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8671" y="199178"/>
            <a:ext cx="635374" cy="313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3">
            <a:extLst>
              <a:ext uri="{FF2B5EF4-FFF2-40B4-BE49-F238E27FC236}">
                <a16:creationId xmlns:a16="http://schemas.microsoft.com/office/drawing/2014/main" id="{306EC246-140E-6267-1432-BD22883DFFBF}"/>
              </a:ext>
            </a:extLst>
          </p:cNvPr>
          <p:cNvSpPr txBox="1">
            <a:spLocks/>
          </p:cNvSpPr>
          <p:nvPr userDrawn="1"/>
        </p:nvSpPr>
        <p:spPr>
          <a:xfrm>
            <a:off x="247429" y="6449370"/>
            <a:ext cx="731974" cy="324985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200" b="1" i="0" kern="1200">
                <a:solidFill>
                  <a:schemeClr val="tx1"/>
                </a:solidFill>
                <a:latin typeface="Montserrat" panose="020B0004020202020204" pitchFamily="34" charset="0"/>
                <a:ea typeface="+mn-ea"/>
                <a:cs typeface="Montserra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9pPr>
          </a:lstStyle>
          <a:p>
            <a:fld id="{1B050D57-10FA-4819-8D31-8D4E386D13A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600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55" r:id="rId1"/>
    <p:sldLayoutId id="2147484856" r:id="rId2"/>
    <p:sldLayoutId id="2147484857" r:id="rId3"/>
    <p:sldLayoutId id="2147484859" r:id="rId4"/>
    <p:sldLayoutId id="2147484860" r:id="rId5"/>
    <p:sldLayoutId id="2147484861" r:id="rId6"/>
    <p:sldLayoutId id="2147484862" r:id="rId7"/>
    <p:sldLayoutId id="2147484863" r:id="rId8"/>
    <p:sldLayoutId id="2147484864" r:id="rId9"/>
    <p:sldLayoutId id="2147484865" r:id="rId10"/>
    <p:sldLayoutId id="2147484867" r:id="rId11"/>
    <p:sldLayoutId id="2147484868" r:id="rId12"/>
    <p:sldLayoutId id="2147484869" r:id="rId13"/>
    <p:sldLayoutId id="2147484870" r:id="rId14"/>
    <p:sldLayoutId id="2147484871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Montserrat" panose="00000800000000000000" pitchFamily="50" charset="0"/>
          <a:ea typeface="+mj-ea"/>
          <a:cs typeface="Montserrat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itchFamily="2" charset="0"/>
          <a:ea typeface="+mn-ea"/>
          <a:cs typeface="Montserrat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itchFamily="2" charset="0"/>
          <a:ea typeface="+mn-ea"/>
          <a:cs typeface="Montserrat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0"/>
          <a:ea typeface="+mn-ea"/>
          <a:cs typeface="Montserrat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Montserrat" pitchFamily="2" charset="0"/>
          <a:ea typeface="+mn-ea"/>
          <a:cs typeface="Montserrat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Montserrat" pitchFamily="2" charset="0"/>
          <a:ea typeface="+mn-ea"/>
          <a:cs typeface="Montserra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/>
          <a:ea typeface="+mn-ea"/>
          <a:cs typeface="Montserra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/>
          <a:ea typeface="+mn-ea"/>
          <a:cs typeface="Montserra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/>
          <a:ea typeface="+mn-ea"/>
          <a:cs typeface="Montserra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/>
          <a:ea typeface="+mn-ea"/>
          <a:cs typeface="Montserra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Montserrat"/>
          <a:ea typeface="+mn-ea"/>
          <a:cs typeface="Montserra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Montserrat"/>
          <a:ea typeface="+mn-ea"/>
          <a:cs typeface="Montserra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Montserrat"/>
          <a:ea typeface="+mn-ea"/>
          <a:cs typeface="Montserra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Montserrat"/>
          <a:ea typeface="+mn-ea"/>
          <a:cs typeface="Montserra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Montserrat"/>
          <a:ea typeface="+mn-ea"/>
          <a:cs typeface="Montserra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Montserrat"/>
          <a:ea typeface="+mn-ea"/>
          <a:cs typeface="Montserra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Montserrat"/>
          <a:ea typeface="+mn-ea"/>
          <a:cs typeface="Montserra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Montserrat"/>
          <a:ea typeface="+mn-ea"/>
          <a:cs typeface="Montserra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Montserrat"/>
          <a:ea typeface="+mn-ea"/>
          <a:cs typeface="Montserra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2.xml"/><Relationship Id="rId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20A8F40F-8958-A845-F9BB-9658D6D0588A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037576" y="5895975"/>
            <a:ext cx="7059174" cy="263358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marL="0" indent="0" algn="r">
              <a:buNone/>
            </a:pPr>
            <a:r>
              <a:rPr lang="fr-FR" sz="1050" b="0" noProof="0">
                <a:solidFill>
                  <a:schemeClr val="bg1"/>
                </a:solidFill>
                <a:latin typeface="Montserrat"/>
              </a:rPr>
              <a:t>VERSION 1 | 28</a:t>
            </a:r>
            <a:r>
              <a:rPr lang="fr-FR" sz="1050" noProof="0">
                <a:solidFill>
                  <a:schemeClr val="bg1"/>
                </a:solidFill>
                <a:latin typeface="Montserrat"/>
              </a:rPr>
              <a:t> </a:t>
            </a:r>
            <a:r>
              <a:rPr lang="fr-FR" sz="1050">
                <a:solidFill>
                  <a:schemeClr val="bg1"/>
                </a:solidFill>
                <a:latin typeface="Montserrat"/>
              </a:rPr>
              <a:t>a</a:t>
            </a:r>
            <a:r>
              <a:rPr lang="fr-FR" sz="1050" noProof="0" err="1">
                <a:solidFill>
                  <a:schemeClr val="bg1"/>
                </a:solidFill>
                <a:latin typeface="Montserrat"/>
              </a:rPr>
              <a:t>vril</a:t>
            </a:r>
            <a:r>
              <a:rPr lang="fr-FR" sz="1050" b="0" noProof="0">
                <a:solidFill>
                  <a:schemeClr val="bg1"/>
                </a:solidFill>
                <a:latin typeface="Montserrat"/>
              </a:rPr>
              <a:t> 2026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A49F3ED6-3FBD-FC12-389B-EDD9828BD31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00026" y="1407328"/>
            <a:ext cx="5265402" cy="4282907"/>
          </a:xfrm>
          <a:prstGeom prst="rect">
            <a:avLst/>
          </a:prstGeom>
        </p:spPr>
        <p:txBody>
          <a:bodyPr/>
          <a:lstStyle/>
          <a:p>
            <a:r>
              <a:rPr lang="fr-FR" sz="3200" noProof="0">
                <a:solidFill>
                  <a:schemeClr val="accent2"/>
                </a:solidFill>
                <a:latin typeface="Montserrat" panose="020B0004020202020204" pitchFamily="34" charset="0"/>
              </a:rPr>
              <a:t>YNOV</a:t>
            </a:r>
            <a:r>
              <a:rPr lang="fr-FR" sz="3200" noProof="0">
                <a:solidFill>
                  <a:schemeClr val="bg1"/>
                </a:solidFill>
                <a:latin typeface="Montserrat" panose="020B0004020202020204" pitchFamily="34" charset="0"/>
              </a:rPr>
              <a:t> </a:t>
            </a:r>
            <a:br>
              <a:rPr lang="fr-FR" sz="3200" noProof="0">
                <a:solidFill>
                  <a:schemeClr val="bg1"/>
                </a:solidFill>
                <a:latin typeface="Montserrat" panose="020B0004020202020204" pitchFamily="34" charset="0"/>
              </a:rPr>
            </a:br>
            <a:r>
              <a:rPr lang="fr-FR" sz="2000" noProof="0">
                <a:solidFill>
                  <a:schemeClr val="bg1"/>
                </a:solidFill>
                <a:latin typeface="Montserrat" panose="020B0004020202020204" pitchFamily="34" charset="0"/>
              </a:rPr>
              <a:t>Stratégie Data &amp; IA</a:t>
            </a:r>
            <a:br>
              <a:rPr lang="fr-FR" sz="2400" noProof="0">
                <a:solidFill>
                  <a:srgbClr val="FF5201"/>
                </a:solidFill>
                <a:latin typeface="Montserrat" panose="020B0004020202020204" pitchFamily="34" charset="0"/>
              </a:rPr>
            </a:br>
            <a:br>
              <a:rPr lang="fr-FR" sz="2400" noProof="0">
                <a:solidFill>
                  <a:srgbClr val="FF5201"/>
                </a:solidFill>
                <a:latin typeface="Montserrat" panose="020B0004020202020204" pitchFamily="34" charset="0"/>
              </a:rPr>
            </a:br>
            <a:r>
              <a:rPr lang="fr-FR" sz="3200" noProof="0">
                <a:solidFill>
                  <a:schemeClr val="accent2"/>
                </a:solidFill>
                <a:latin typeface="Montserrat" panose="020B0004020202020204" pitchFamily="34" charset="0"/>
              </a:rPr>
              <a:t>KPC</a:t>
            </a:r>
            <a:br>
              <a:rPr lang="fr-FR" sz="3200" noProof="0">
                <a:solidFill>
                  <a:schemeClr val="bg1"/>
                </a:solidFill>
                <a:latin typeface="Montserrat" panose="020B0004020202020204" pitchFamily="34" charset="0"/>
              </a:rPr>
            </a:br>
            <a:r>
              <a:rPr lang="fr-FR" sz="2000" noProof="0">
                <a:solidFill>
                  <a:schemeClr val="bg1"/>
                </a:solidFill>
                <a:latin typeface="Montserrat" panose="020B0004020202020204" pitchFamily="34" charset="0"/>
              </a:rPr>
              <a:t>Proposition d’accompagnement</a:t>
            </a:r>
            <a:br>
              <a:rPr lang="fr-FR" sz="2400" noProof="0">
                <a:solidFill>
                  <a:srgbClr val="FF5201"/>
                </a:solidFill>
                <a:latin typeface="Montserrat" panose="020B0004020202020204" pitchFamily="34" charset="0"/>
              </a:rPr>
            </a:br>
            <a:br>
              <a:rPr lang="fr-FR" sz="2800" noProof="0">
                <a:solidFill>
                  <a:schemeClr val="tx1"/>
                </a:solidFill>
                <a:latin typeface="Montserrat" panose="020B0004020202020204" pitchFamily="34" charset="0"/>
              </a:rPr>
            </a:br>
            <a:endParaRPr lang="fr-FR" sz="3200" noProof="0">
              <a:solidFill>
                <a:schemeClr val="bg1"/>
              </a:solidFill>
              <a:latin typeface="Montserra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7247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 38">
            <a:extLst>
              <a:ext uri="{FF2B5EF4-FFF2-40B4-BE49-F238E27FC236}">
                <a16:creationId xmlns:a16="http://schemas.microsoft.com/office/drawing/2014/main" id="{3090C2FB-9297-2A96-477A-7F5B38AAA9A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9144" y="765175"/>
            <a:ext cx="12192000" cy="5556309"/>
          </a:xfrm>
          <a:prstGeom prst="rect">
            <a:avLst/>
          </a:prstGeom>
        </p:spPr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4E7F534-E569-D12C-A1B5-DFC30907D25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900314" y="12222"/>
            <a:ext cx="7059174" cy="801688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fr-FR" b="1" noProof="0">
                <a:latin typeface="Montserrat"/>
              </a:rPr>
              <a:t>Table des matières</a:t>
            </a:r>
          </a:p>
        </p:txBody>
      </p:sp>
      <p:sp>
        <p:nvSpPr>
          <p:cNvPr id="15" name="Rectángulo: esquinas redondeadas 3">
            <a:extLst>
              <a:ext uri="{FF2B5EF4-FFF2-40B4-BE49-F238E27FC236}">
                <a16:creationId xmlns:a16="http://schemas.microsoft.com/office/drawing/2014/main" id="{4CFA59B2-D275-FA6C-52DE-85F0C4931137}"/>
              </a:ext>
            </a:extLst>
          </p:cNvPr>
          <p:cNvSpPr/>
          <p:nvPr/>
        </p:nvSpPr>
        <p:spPr>
          <a:xfrm>
            <a:off x="3215127" y="1836610"/>
            <a:ext cx="1877472" cy="1403025"/>
          </a:xfrm>
          <a:prstGeom prst="roundRect">
            <a:avLst>
              <a:gd name="adj" fmla="val 4043"/>
            </a:avLst>
          </a:prstGeom>
          <a:noFill/>
          <a:ln w="6350">
            <a:solidFill>
              <a:schemeClr val="bg1"/>
            </a:solidFill>
          </a:ln>
          <a:effectLst>
            <a:outerShdw blurRad="50800" dist="38100" dir="8100000" algn="tr" rotWithShape="0">
              <a:srgbClr val="FF5201">
                <a:alpha val="19000"/>
              </a:srgb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9" name="Rectángulo: esquinas redondeadas 3">
            <a:extLst>
              <a:ext uri="{FF2B5EF4-FFF2-40B4-BE49-F238E27FC236}">
                <a16:creationId xmlns:a16="http://schemas.microsoft.com/office/drawing/2014/main" id="{EA77EAB1-EC52-5EEF-AA7F-9DE7A29CE204}"/>
              </a:ext>
            </a:extLst>
          </p:cNvPr>
          <p:cNvSpPr/>
          <p:nvPr/>
        </p:nvSpPr>
        <p:spPr>
          <a:xfrm>
            <a:off x="5262949" y="1836610"/>
            <a:ext cx="1877472" cy="1403025"/>
          </a:xfrm>
          <a:prstGeom prst="roundRect">
            <a:avLst>
              <a:gd name="adj" fmla="val 4043"/>
            </a:avLst>
          </a:prstGeom>
          <a:noFill/>
          <a:ln w="6350">
            <a:solidFill>
              <a:schemeClr val="bg1"/>
            </a:solidFill>
          </a:ln>
          <a:effectLst>
            <a:outerShdw blurRad="50800" dist="38100" dir="8100000" algn="tr" rotWithShape="0">
              <a:srgbClr val="FF5201">
                <a:alpha val="19000"/>
              </a:srgb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2" name="Rectángulo: esquinas redondeadas 3">
            <a:extLst>
              <a:ext uri="{FF2B5EF4-FFF2-40B4-BE49-F238E27FC236}">
                <a16:creationId xmlns:a16="http://schemas.microsoft.com/office/drawing/2014/main" id="{0A84D084-ECF0-E605-491A-11FF2F2995B7}"/>
              </a:ext>
            </a:extLst>
          </p:cNvPr>
          <p:cNvSpPr/>
          <p:nvPr/>
        </p:nvSpPr>
        <p:spPr>
          <a:xfrm>
            <a:off x="4349662" y="3463411"/>
            <a:ext cx="1877472" cy="1403025"/>
          </a:xfrm>
          <a:prstGeom prst="roundRect">
            <a:avLst>
              <a:gd name="adj" fmla="val 4043"/>
            </a:avLst>
          </a:prstGeom>
          <a:noFill/>
          <a:ln w="6350">
            <a:solidFill>
              <a:schemeClr val="bg1"/>
            </a:solidFill>
          </a:ln>
          <a:effectLst>
            <a:outerShdw blurRad="50800" dist="38100" dir="8100000" algn="tr" rotWithShape="0">
              <a:srgbClr val="FF5201">
                <a:alpha val="19000"/>
              </a:srgb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370CD2E-8759-8816-E427-EAB9C23546B5}"/>
              </a:ext>
            </a:extLst>
          </p:cNvPr>
          <p:cNvSpPr txBox="1"/>
          <p:nvPr/>
        </p:nvSpPr>
        <p:spPr>
          <a:xfrm>
            <a:off x="3258115" y="2647718"/>
            <a:ext cx="18774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b="1" noProof="0">
                <a:solidFill>
                  <a:schemeClr val="bg1"/>
                </a:solidFill>
                <a:ea typeface="72 Brand" pitchFamily="34" charset="-128"/>
              </a:rPr>
              <a:t>Constat &amp; Ambitions</a:t>
            </a:r>
            <a:endParaRPr lang="fr-FR" sz="1200" b="1" noProof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B18821C-1BB8-4075-1D0F-45610C72DAFB}"/>
              </a:ext>
            </a:extLst>
          </p:cNvPr>
          <p:cNvSpPr txBox="1"/>
          <p:nvPr/>
        </p:nvSpPr>
        <p:spPr>
          <a:xfrm>
            <a:off x="3215127" y="1905283"/>
            <a:ext cx="18774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000" b="1" noProof="0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CE4A7567-735A-3694-C127-9E70E9C0BA76}"/>
              </a:ext>
            </a:extLst>
          </p:cNvPr>
          <p:cNvSpPr txBox="1"/>
          <p:nvPr/>
        </p:nvSpPr>
        <p:spPr>
          <a:xfrm>
            <a:off x="5147463" y="2638574"/>
            <a:ext cx="214567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b="1" noProof="0">
                <a:solidFill>
                  <a:schemeClr val="bg1"/>
                </a:solidFill>
                <a:ea typeface="72 Brand" pitchFamily="34" charset="-128"/>
                <a:cs typeface="Montserrat" pitchFamily="34" charset="-128"/>
              </a:rPr>
              <a:t>Notre conviction</a:t>
            </a:r>
          </a:p>
          <a:p>
            <a:pPr algn="ctr"/>
            <a:r>
              <a:rPr lang="fr-FR" sz="900">
                <a:solidFill>
                  <a:schemeClr val="bg1"/>
                </a:solidFill>
                <a:ea typeface="72 Brand" pitchFamily="34" charset="-128"/>
              </a:rPr>
              <a:t>Data Product &amp; Gouvernance</a:t>
            </a:r>
            <a:endParaRPr lang="fr-FR" sz="900" noProof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FA4B87B2-4405-B7C4-2C01-A9034B7F2EE2}"/>
              </a:ext>
            </a:extLst>
          </p:cNvPr>
          <p:cNvSpPr txBox="1"/>
          <p:nvPr/>
        </p:nvSpPr>
        <p:spPr>
          <a:xfrm>
            <a:off x="5262949" y="1905283"/>
            <a:ext cx="18774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000" b="1" noProof="0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A424A466-4CCD-ED0E-F330-5F85449BC2D6}"/>
              </a:ext>
            </a:extLst>
          </p:cNvPr>
          <p:cNvSpPr txBox="1"/>
          <p:nvPr/>
        </p:nvSpPr>
        <p:spPr>
          <a:xfrm>
            <a:off x="4349662" y="4299333"/>
            <a:ext cx="18398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b="1" noProof="0">
                <a:solidFill>
                  <a:schemeClr val="bg1"/>
                </a:solidFill>
                <a:ea typeface="72 Brand" pitchFamily="34" charset="-128"/>
              </a:rPr>
              <a:t>Use-Cases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704F5770-5F96-CE74-A883-6DC1B3012143}"/>
              </a:ext>
            </a:extLst>
          </p:cNvPr>
          <p:cNvSpPr txBox="1"/>
          <p:nvPr/>
        </p:nvSpPr>
        <p:spPr>
          <a:xfrm>
            <a:off x="4349662" y="3521199"/>
            <a:ext cx="18774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000" b="1" noProof="0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CC8751D-ED44-1A39-9E6C-3F5BFE2551AD}"/>
              </a:ext>
            </a:extLst>
          </p:cNvPr>
          <p:cNvSpPr txBox="1"/>
          <p:nvPr/>
        </p:nvSpPr>
        <p:spPr>
          <a:xfrm>
            <a:off x="6314058" y="4164923"/>
            <a:ext cx="24885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b="1" noProof="0">
                <a:solidFill>
                  <a:schemeClr val="bg1"/>
                </a:solidFill>
                <a:ea typeface="72 Brand" pitchFamily="34" charset="-128"/>
              </a:rPr>
              <a:t>Proposition commerciale</a:t>
            </a:r>
          </a:p>
          <a:p>
            <a:pPr algn="ctr"/>
            <a:r>
              <a:rPr lang="fr-FR" sz="1200" b="1">
                <a:solidFill>
                  <a:schemeClr val="bg1"/>
                </a:solidFill>
                <a:ea typeface="72 Brand" pitchFamily="34" charset="-128"/>
              </a:rPr>
              <a:t>Dispositif</a:t>
            </a:r>
          </a:p>
          <a:p>
            <a:pPr algn="ctr"/>
            <a:r>
              <a:rPr lang="fr-FR" sz="1200" b="1" noProof="0">
                <a:solidFill>
                  <a:schemeClr val="bg1"/>
                </a:solidFill>
                <a:ea typeface="72 Brand" pitchFamily="34" charset="-128"/>
              </a:rPr>
              <a:t>Engagements</a:t>
            </a:r>
            <a:endParaRPr lang="fr-FR" sz="1200" b="1" noProof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28BFCD5-2B4C-D839-9BDC-F2E509B81409}"/>
              </a:ext>
            </a:extLst>
          </p:cNvPr>
          <p:cNvSpPr txBox="1"/>
          <p:nvPr/>
        </p:nvSpPr>
        <p:spPr>
          <a:xfrm>
            <a:off x="6748724" y="3470633"/>
            <a:ext cx="16192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000" b="1" noProof="0">
                <a:solidFill>
                  <a:schemeClr val="bg1"/>
                </a:solidFill>
              </a:rPr>
              <a:t>05</a:t>
            </a:r>
          </a:p>
        </p:txBody>
      </p:sp>
      <p:sp>
        <p:nvSpPr>
          <p:cNvPr id="12" name="Rectángulo: esquinas redondeadas 3">
            <a:extLst>
              <a:ext uri="{FF2B5EF4-FFF2-40B4-BE49-F238E27FC236}">
                <a16:creationId xmlns:a16="http://schemas.microsoft.com/office/drawing/2014/main" id="{5E5EB47C-9D06-64E2-F51A-58D279D2122B}"/>
              </a:ext>
            </a:extLst>
          </p:cNvPr>
          <p:cNvSpPr/>
          <p:nvPr/>
        </p:nvSpPr>
        <p:spPr>
          <a:xfrm>
            <a:off x="6429900" y="3467956"/>
            <a:ext cx="2256899" cy="1403025"/>
          </a:xfrm>
          <a:prstGeom prst="roundRect">
            <a:avLst>
              <a:gd name="adj" fmla="val 4043"/>
            </a:avLst>
          </a:prstGeom>
          <a:noFill/>
          <a:ln w="6350">
            <a:solidFill>
              <a:schemeClr val="bg1"/>
            </a:solidFill>
          </a:ln>
          <a:effectLst>
            <a:outerShdw blurRad="50800" dist="38100" dir="8100000" algn="tr" rotWithShape="0">
              <a:srgbClr val="FF5201">
                <a:alpha val="19000"/>
              </a:srgb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" name="Rectángulo: esquinas redondeadas 3">
            <a:extLst>
              <a:ext uri="{FF2B5EF4-FFF2-40B4-BE49-F238E27FC236}">
                <a16:creationId xmlns:a16="http://schemas.microsoft.com/office/drawing/2014/main" id="{26FA53FF-59AF-3824-BAE9-5BF4E860F524}"/>
              </a:ext>
            </a:extLst>
          </p:cNvPr>
          <p:cNvSpPr/>
          <p:nvPr/>
        </p:nvSpPr>
        <p:spPr>
          <a:xfrm>
            <a:off x="7310771" y="1836610"/>
            <a:ext cx="1877472" cy="1403025"/>
          </a:xfrm>
          <a:prstGeom prst="roundRect">
            <a:avLst>
              <a:gd name="adj" fmla="val 4043"/>
            </a:avLst>
          </a:prstGeom>
          <a:noFill/>
          <a:ln w="6350">
            <a:solidFill>
              <a:schemeClr val="bg1"/>
            </a:solidFill>
          </a:ln>
          <a:effectLst>
            <a:outerShdw blurRad="50800" dist="38100" dir="8100000" algn="tr" rotWithShape="0">
              <a:srgbClr val="FF5201">
                <a:alpha val="19000"/>
              </a:srgb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D402B9C-DF54-08A4-0ED4-E5E2A27B4528}"/>
              </a:ext>
            </a:extLst>
          </p:cNvPr>
          <p:cNvSpPr txBox="1"/>
          <p:nvPr/>
        </p:nvSpPr>
        <p:spPr>
          <a:xfrm>
            <a:off x="7408623" y="2620286"/>
            <a:ext cx="16694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b="1" noProof="0">
                <a:solidFill>
                  <a:schemeClr val="bg1"/>
                </a:solidFill>
                <a:ea typeface="72 Brand" pitchFamily="34" charset="-128"/>
              </a:rPr>
              <a:t>Démarche</a:t>
            </a:r>
            <a:endParaRPr lang="fr-FR" sz="1200" b="1" noProof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BFFCD87-3112-A29E-A735-BCE20F04CDB9}"/>
              </a:ext>
            </a:extLst>
          </p:cNvPr>
          <p:cNvSpPr txBox="1"/>
          <p:nvPr/>
        </p:nvSpPr>
        <p:spPr>
          <a:xfrm>
            <a:off x="7310771" y="1905283"/>
            <a:ext cx="18774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000" b="1" noProof="0">
                <a:solidFill>
                  <a:schemeClr val="bg1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91378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3">
            <a:extLst>
              <a:ext uri="{FF2B5EF4-FFF2-40B4-BE49-F238E27FC236}">
                <a16:creationId xmlns:a16="http://schemas.microsoft.com/office/drawing/2014/main" id="{3E7B0ABA-4B5F-1AF7-D076-51BAA0CB97BE}"/>
              </a:ext>
            </a:extLst>
          </p:cNvPr>
          <p:cNvSpPr txBox="1">
            <a:spLocks/>
          </p:cNvSpPr>
          <p:nvPr/>
        </p:nvSpPr>
        <p:spPr>
          <a:xfrm>
            <a:off x="5988050" y="1016000"/>
            <a:ext cx="5795961" cy="5172149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Montserrat" panose="00000800000000000000" pitchFamily="50" charset="0"/>
                <a:ea typeface="+mj-ea"/>
                <a:cs typeface="Montserrat"/>
              </a:defRPr>
            </a:lvl1pPr>
          </a:lstStyle>
          <a:p>
            <a:pPr>
              <a:lnSpc>
                <a:spcPts val="5780"/>
              </a:lnSpc>
            </a:pPr>
            <a:r>
              <a:rPr lang="fr-FR" sz="6000" b="1" noProof="0">
                <a:latin typeface="Montserrat" panose="02010803020104030203" pitchFamily="2" charset="-79"/>
              </a:rPr>
              <a:t>Constat &amp; </a:t>
            </a:r>
          </a:p>
          <a:p>
            <a:pPr>
              <a:lnSpc>
                <a:spcPts val="5780"/>
              </a:lnSpc>
            </a:pPr>
            <a:r>
              <a:rPr lang="fr-FR" sz="6000" b="1" noProof="0">
                <a:solidFill>
                  <a:schemeClr val="accent2"/>
                </a:solidFill>
                <a:latin typeface="Montserrat" panose="02010803020104030203" pitchFamily="2" charset="-79"/>
              </a:rPr>
              <a:t>Ambitions</a:t>
            </a:r>
          </a:p>
        </p:txBody>
      </p:sp>
      <p:pic>
        <p:nvPicPr>
          <p:cNvPr id="11" name="Image 10" descr="Une image contenant Caractère coloré, cercle, Graphique, art&#10;&#10;Description générée automatiquement">
            <a:extLst>
              <a:ext uri="{FF2B5EF4-FFF2-40B4-BE49-F238E27FC236}">
                <a16:creationId xmlns:a16="http://schemas.microsoft.com/office/drawing/2014/main" id="{DB7E6D01-72BF-8149-1D3B-D2BEBB7F1B2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2717" y="2160502"/>
            <a:ext cx="3528066" cy="2536993"/>
          </a:xfrm>
          <a:prstGeom prst="rect">
            <a:avLst/>
          </a:prstGeom>
        </p:spPr>
      </p:pic>
      <p:pic>
        <p:nvPicPr>
          <p:cNvPr id="4" name="Image 3" descr="Une image contenant personne, habits, chaussures, Visage humain&#10;&#10;Description générée automatiquement">
            <a:extLst>
              <a:ext uri="{FF2B5EF4-FFF2-40B4-BE49-F238E27FC236}">
                <a16:creationId xmlns:a16="http://schemas.microsoft.com/office/drawing/2014/main" id="{54052A17-CC45-8299-06E9-8EAE2F852CD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7968" y="2716615"/>
            <a:ext cx="2488329" cy="2488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627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 descr="Une image contenant Graphique, art, Caractère coloré, cercle&#10;&#10;Description générée automatiquement">
            <a:extLst>
              <a:ext uri="{FF2B5EF4-FFF2-40B4-BE49-F238E27FC236}">
                <a16:creationId xmlns:a16="http://schemas.microsoft.com/office/drawing/2014/main" id="{6B39F735-9BCE-0D18-C7EA-6EDB3F237C9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4240" y="2160503"/>
            <a:ext cx="4408169" cy="2536993"/>
          </a:xfrm>
          <a:prstGeom prst="rect">
            <a:avLst/>
          </a:prstGeom>
        </p:spPr>
      </p:pic>
      <p:sp>
        <p:nvSpPr>
          <p:cNvPr id="4" name="Titre 3">
            <a:extLst>
              <a:ext uri="{FF2B5EF4-FFF2-40B4-BE49-F238E27FC236}">
                <a16:creationId xmlns:a16="http://schemas.microsoft.com/office/drawing/2014/main" id="{1C002E0F-A0B3-6588-66F9-F54AAE68277C}"/>
              </a:ext>
            </a:extLst>
          </p:cNvPr>
          <p:cNvSpPr txBox="1">
            <a:spLocks/>
          </p:cNvSpPr>
          <p:nvPr/>
        </p:nvSpPr>
        <p:spPr>
          <a:xfrm>
            <a:off x="5512526" y="1016000"/>
            <a:ext cx="6679474" cy="5172149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Montserrat" panose="00000800000000000000" pitchFamily="50" charset="0"/>
                <a:ea typeface="+mj-ea"/>
                <a:cs typeface="Montserrat"/>
              </a:defRPr>
            </a:lvl1pPr>
          </a:lstStyle>
          <a:p>
            <a:pPr>
              <a:lnSpc>
                <a:spcPts val="5780"/>
              </a:lnSpc>
            </a:pPr>
            <a:r>
              <a:rPr lang="fr-FR" sz="4800" b="1" noProof="0">
                <a:latin typeface="Montserrat" panose="02010803020104030203" pitchFamily="2" charset="-79"/>
              </a:rPr>
              <a:t>Notre conviction :</a:t>
            </a:r>
          </a:p>
          <a:p>
            <a:pPr>
              <a:lnSpc>
                <a:spcPts val="5780"/>
              </a:lnSpc>
            </a:pPr>
            <a:r>
              <a:rPr lang="fr-FR" sz="4800" b="1" noProof="0">
                <a:solidFill>
                  <a:schemeClr val="accent2"/>
                </a:solidFill>
                <a:latin typeface="Montserrat" panose="02010803020104030203" pitchFamily="2" charset="-79"/>
              </a:rPr>
              <a:t>Data Product </a:t>
            </a:r>
            <a:r>
              <a:rPr lang="fr-FR" sz="4800" b="1" noProof="0">
                <a:latin typeface="Montserrat" panose="02010803020104030203" pitchFamily="2" charset="-79"/>
              </a:rPr>
              <a:t>&amp;</a:t>
            </a:r>
            <a:r>
              <a:rPr lang="fr-FR" sz="4800" b="1" noProof="0">
                <a:solidFill>
                  <a:schemeClr val="accent2"/>
                </a:solidFill>
                <a:latin typeface="Montserrat" panose="02010803020104030203" pitchFamily="2" charset="-79"/>
              </a:rPr>
              <a:t> Gouvernance</a:t>
            </a:r>
          </a:p>
        </p:txBody>
      </p:sp>
    </p:spTree>
    <p:extLst>
      <p:ext uri="{BB962C8B-B14F-4D97-AF65-F5344CB8AC3E}">
        <p14:creationId xmlns:p14="http://schemas.microsoft.com/office/powerpoint/2010/main" val="812707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vCard3">
            <a:extLst>
              <a:ext uri="{FF2B5EF4-FFF2-40B4-BE49-F238E27FC236}">
                <a16:creationId xmlns:a16="http://schemas.microsoft.com/office/drawing/2014/main" id="{775B65D6-DC23-B04D-85E8-F947AF4FC38D}"/>
              </a:ext>
            </a:extLst>
          </p:cNvPr>
          <p:cNvSpPr/>
          <p:nvPr/>
        </p:nvSpPr>
        <p:spPr>
          <a:xfrm>
            <a:off x="8128000" y="2420814"/>
            <a:ext cx="3556000" cy="3603625"/>
          </a:xfrm>
          <a:prstGeom prst="roundRect">
            <a:avLst/>
          </a:prstGeom>
          <a:solidFill>
            <a:srgbClr val="160C3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 noProof="0">
              <a:latin typeface="Montserrat" pitchFamily="2" charset="77"/>
            </a:endParaRPr>
          </a:p>
        </p:txBody>
      </p:sp>
      <p:sp>
        <p:nvSpPr>
          <p:cNvPr id="13" name="ConvCard2">
            <a:extLst>
              <a:ext uri="{FF2B5EF4-FFF2-40B4-BE49-F238E27FC236}">
                <a16:creationId xmlns:a16="http://schemas.microsoft.com/office/drawing/2014/main" id="{88162D79-7CA7-3447-B42E-C314D9E408FC}"/>
              </a:ext>
            </a:extLst>
          </p:cNvPr>
          <p:cNvSpPr/>
          <p:nvPr/>
        </p:nvSpPr>
        <p:spPr>
          <a:xfrm>
            <a:off x="4318000" y="2420815"/>
            <a:ext cx="3556000" cy="3603624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160C3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 noProof="0">
              <a:latin typeface="Montserrat" pitchFamily="2" charset="77"/>
            </a:endParaRPr>
          </a:p>
        </p:txBody>
      </p:sp>
      <p:sp>
        <p:nvSpPr>
          <p:cNvPr id="7" name="ConvCard1">
            <a:extLst>
              <a:ext uri="{FF2B5EF4-FFF2-40B4-BE49-F238E27FC236}">
                <a16:creationId xmlns:a16="http://schemas.microsoft.com/office/drawing/2014/main" id="{53AE9933-69BB-D141-BDA8-742A85F8C43B}"/>
              </a:ext>
            </a:extLst>
          </p:cNvPr>
          <p:cNvSpPr/>
          <p:nvPr/>
        </p:nvSpPr>
        <p:spPr>
          <a:xfrm>
            <a:off x="508000" y="2420815"/>
            <a:ext cx="3556000" cy="3603624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160C3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 noProof="0">
              <a:latin typeface="Montserrat" pitchFamily="2" charset="77"/>
            </a:endParaRPr>
          </a:p>
        </p:txBody>
      </p:sp>
      <p:sp>
        <p:nvSpPr>
          <p:cNvPr id="5" name="BigTitle">
            <a:extLst>
              <a:ext uri="{FF2B5EF4-FFF2-40B4-BE49-F238E27FC236}">
                <a16:creationId xmlns:a16="http://schemas.microsoft.com/office/drawing/2014/main" id="{163EE7FA-1E3B-0D49-9BF8-DC8CD5494368}"/>
              </a:ext>
            </a:extLst>
          </p:cNvPr>
          <p:cNvSpPr txBox="1"/>
          <p:nvPr/>
        </p:nvSpPr>
        <p:spPr>
          <a:xfrm>
            <a:off x="834292" y="1094129"/>
            <a:ext cx="11176000" cy="1077790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fr-FR" sz="2400" b="1" noProof="0">
                <a:latin typeface="+mj-lt"/>
              </a:rPr>
              <a:t>La technologie est mature. </a:t>
            </a:r>
            <a:r>
              <a:rPr lang="fr-FR" sz="2400" b="1" noProof="0">
                <a:solidFill>
                  <a:srgbClr val="FE6800"/>
                </a:solidFill>
                <a:latin typeface="+mj-lt"/>
              </a:rPr>
              <a:t>La gestion de la donnée est complexe.</a:t>
            </a:r>
          </a:p>
        </p:txBody>
      </p:sp>
      <p:sp>
        <p:nvSpPr>
          <p:cNvPr id="6" name="Intro">
            <a:extLst>
              <a:ext uri="{FF2B5EF4-FFF2-40B4-BE49-F238E27FC236}">
                <a16:creationId xmlns:a16="http://schemas.microsoft.com/office/drawing/2014/main" id="{F7ADA67C-636D-FD4E-8163-980690CED1EE}"/>
              </a:ext>
            </a:extLst>
          </p:cNvPr>
          <p:cNvSpPr txBox="1"/>
          <p:nvPr/>
        </p:nvSpPr>
        <p:spPr>
          <a:xfrm>
            <a:off x="2641112" y="1676619"/>
            <a:ext cx="6909776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fr-FR" sz="1600" i="1" noProof="0">
                <a:solidFill>
                  <a:srgbClr val="5A5369"/>
                </a:solidFill>
                <a:latin typeface="Montserrat" pitchFamily="2" charset="77"/>
              </a:rPr>
              <a:t>La valeur de l'IA vient de la qualité et de la maîtrise de la donnée.</a:t>
            </a:r>
          </a:p>
        </p:txBody>
      </p:sp>
      <p:sp>
        <p:nvSpPr>
          <p:cNvPr id="8" name="ConvBadge1">
            <a:extLst>
              <a:ext uri="{FF2B5EF4-FFF2-40B4-BE49-F238E27FC236}">
                <a16:creationId xmlns:a16="http://schemas.microsoft.com/office/drawing/2014/main" id="{DD51B828-3FF7-B44A-A5AA-8D4CEBA16770}"/>
              </a:ext>
            </a:extLst>
          </p:cNvPr>
          <p:cNvSpPr/>
          <p:nvPr/>
        </p:nvSpPr>
        <p:spPr>
          <a:xfrm>
            <a:off x="834292" y="2641599"/>
            <a:ext cx="381000" cy="381000"/>
          </a:xfrm>
          <a:prstGeom prst="ellipse">
            <a:avLst/>
          </a:prstGeom>
          <a:solidFill>
            <a:srgbClr val="EFD3B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1100" b="1" noProof="0">
                <a:solidFill>
                  <a:srgbClr val="FE6800"/>
                </a:solidFill>
                <a:latin typeface="Montserrat" pitchFamily="2" charset="77"/>
                <a:cs typeface="Consolas"/>
              </a:rPr>
              <a:t>01</a:t>
            </a:r>
          </a:p>
        </p:txBody>
      </p:sp>
      <p:sp>
        <p:nvSpPr>
          <p:cNvPr id="9" name="ConvLab1">
            <a:extLst>
              <a:ext uri="{FF2B5EF4-FFF2-40B4-BE49-F238E27FC236}">
                <a16:creationId xmlns:a16="http://schemas.microsoft.com/office/drawing/2014/main" id="{D21394AD-6294-4A47-A5CF-7013FA0826D0}"/>
              </a:ext>
            </a:extLst>
          </p:cNvPr>
          <p:cNvSpPr txBox="1"/>
          <p:nvPr/>
        </p:nvSpPr>
        <p:spPr>
          <a:xfrm>
            <a:off x="1219200" y="2649415"/>
            <a:ext cx="26416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>
              <a:buNone/>
            </a:pPr>
            <a:r>
              <a:rPr lang="fr-FR" b="1" noProof="0">
                <a:solidFill>
                  <a:srgbClr val="FE6800"/>
                </a:solidFill>
                <a:latin typeface="Montserrat" pitchFamily="2" charset="77"/>
              </a:rPr>
              <a:t>AUJOURD’HUI</a:t>
            </a:r>
          </a:p>
        </p:txBody>
      </p:sp>
      <p:sp>
        <p:nvSpPr>
          <p:cNvPr id="10" name="ConvTit1">
            <a:extLst>
              <a:ext uri="{FF2B5EF4-FFF2-40B4-BE49-F238E27FC236}">
                <a16:creationId xmlns:a16="http://schemas.microsoft.com/office/drawing/2014/main" id="{5921CBFF-C155-D14E-BFA4-0491810D29C6}"/>
              </a:ext>
            </a:extLst>
          </p:cNvPr>
          <p:cNvSpPr txBox="1"/>
          <p:nvPr/>
        </p:nvSpPr>
        <p:spPr>
          <a:xfrm>
            <a:off x="526562" y="3182815"/>
            <a:ext cx="33528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fr-FR" sz="1600" b="1" noProof="0">
                <a:solidFill>
                  <a:srgbClr val="160C3C"/>
                </a:solidFill>
                <a:latin typeface="Montserrat" pitchFamily="2" charset="77"/>
              </a:rPr>
              <a:t>Les briques techniques sont devenues une commodité.</a:t>
            </a:r>
          </a:p>
        </p:txBody>
      </p:sp>
      <p:sp>
        <p:nvSpPr>
          <p:cNvPr id="11" name="ConvVerb1">
            <a:extLst>
              <a:ext uri="{FF2B5EF4-FFF2-40B4-BE49-F238E27FC236}">
                <a16:creationId xmlns:a16="http://schemas.microsoft.com/office/drawing/2014/main" id="{6E2F7EE3-C2C3-9645-94DF-9AC51C9263C4}"/>
              </a:ext>
            </a:extLst>
          </p:cNvPr>
          <p:cNvSpPr txBox="1"/>
          <p:nvPr/>
        </p:nvSpPr>
        <p:spPr>
          <a:xfrm>
            <a:off x="711200" y="4021015"/>
            <a:ext cx="314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>
              <a:buNone/>
            </a:pPr>
            <a:r>
              <a:rPr lang="fr-FR" sz="1300" i="1" noProof="0">
                <a:solidFill>
                  <a:srgbClr val="FE6800"/>
                </a:solidFill>
                <a:latin typeface="Montserrat" pitchFamily="2" charset="77"/>
              </a:rPr>
              <a:t>Connecter.</a:t>
            </a:r>
          </a:p>
        </p:txBody>
      </p:sp>
      <p:sp>
        <p:nvSpPr>
          <p:cNvPr id="12" name="ConvDesc1">
            <a:extLst>
              <a:ext uri="{FF2B5EF4-FFF2-40B4-BE49-F238E27FC236}">
                <a16:creationId xmlns:a16="http://schemas.microsoft.com/office/drawing/2014/main" id="{C381B4DD-256B-5F4A-8449-6E124E815BA5}"/>
              </a:ext>
            </a:extLst>
          </p:cNvPr>
          <p:cNvSpPr txBox="1"/>
          <p:nvPr/>
        </p:nvSpPr>
        <p:spPr>
          <a:xfrm>
            <a:off x="711200" y="4398840"/>
            <a:ext cx="3149600" cy="162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171450" indent="-171450">
              <a:lnSpc>
                <a:spcPct val="12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sz="1000" noProof="0">
                <a:solidFill>
                  <a:srgbClr val="160C3C"/>
                </a:solidFill>
                <a:latin typeface="Montserrat" pitchFamily="2" charset="77"/>
              </a:rPr>
              <a:t>APIs, agents IA, services d'interconnexion : l'outillage est mature, documenté, accessible.</a:t>
            </a:r>
          </a:p>
          <a:p>
            <a:pPr marL="171450" indent="-171450">
              <a:lnSpc>
                <a:spcPct val="12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sz="1000" noProof="0">
                <a:solidFill>
                  <a:srgbClr val="160C3C"/>
                </a:solidFill>
                <a:latin typeface="Montserrat" pitchFamily="2" charset="77"/>
              </a:rPr>
              <a:t>Monter un pipeline, exposer un service, configurer un agent : </a:t>
            </a:r>
            <a:r>
              <a:rPr lang="fr-FR" sz="1000" b="1" noProof="0">
                <a:solidFill>
                  <a:srgbClr val="160C3C"/>
                </a:solidFill>
                <a:latin typeface="Montserrat" pitchFamily="2" charset="77"/>
              </a:rPr>
              <a:t>ce n'est plus un sujet complexe.</a:t>
            </a:r>
          </a:p>
        </p:txBody>
      </p:sp>
      <p:sp>
        <p:nvSpPr>
          <p:cNvPr id="14" name="ConvBadge2">
            <a:extLst>
              <a:ext uri="{FF2B5EF4-FFF2-40B4-BE49-F238E27FC236}">
                <a16:creationId xmlns:a16="http://schemas.microsoft.com/office/drawing/2014/main" id="{A4A1FD5C-B4E7-9649-9380-0CE9F24EC30C}"/>
              </a:ext>
            </a:extLst>
          </p:cNvPr>
          <p:cNvSpPr/>
          <p:nvPr/>
        </p:nvSpPr>
        <p:spPr>
          <a:xfrm>
            <a:off x="4635500" y="2650391"/>
            <a:ext cx="381000" cy="381000"/>
          </a:xfrm>
          <a:prstGeom prst="ellipse">
            <a:avLst/>
          </a:prstGeom>
          <a:solidFill>
            <a:srgbClr val="EFD3B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1100" b="1" noProof="0">
                <a:solidFill>
                  <a:srgbClr val="FE6800"/>
                </a:solidFill>
                <a:latin typeface="Montserrat" pitchFamily="2" charset="77"/>
                <a:cs typeface="Consolas"/>
              </a:rPr>
              <a:t>02</a:t>
            </a:r>
          </a:p>
        </p:txBody>
      </p:sp>
      <p:sp>
        <p:nvSpPr>
          <p:cNvPr id="15" name="ConvLab2">
            <a:extLst>
              <a:ext uri="{FF2B5EF4-FFF2-40B4-BE49-F238E27FC236}">
                <a16:creationId xmlns:a16="http://schemas.microsoft.com/office/drawing/2014/main" id="{E54A3C78-FA67-9740-811E-4EE9CF3D1CD0}"/>
              </a:ext>
            </a:extLst>
          </p:cNvPr>
          <p:cNvSpPr txBox="1"/>
          <p:nvPr/>
        </p:nvSpPr>
        <p:spPr>
          <a:xfrm>
            <a:off x="5029200" y="2649415"/>
            <a:ext cx="26416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>
              <a:buNone/>
            </a:pPr>
            <a:r>
              <a:rPr lang="fr-FR" b="1" noProof="0">
                <a:solidFill>
                  <a:srgbClr val="FE6800"/>
                </a:solidFill>
                <a:latin typeface="Montserrat" pitchFamily="2" charset="77"/>
              </a:rPr>
              <a:t>RISQUE</a:t>
            </a:r>
          </a:p>
        </p:txBody>
      </p:sp>
      <p:sp>
        <p:nvSpPr>
          <p:cNvPr id="16" name="ConvTit2">
            <a:extLst>
              <a:ext uri="{FF2B5EF4-FFF2-40B4-BE49-F238E27FC236}">
                <a16:creationId xmlns:a16="http://schemas.microsoft.com/office/drawing/2014/main" id="{68DCA304-C2C7-6140-80BA-BC6637C26E28}"/>
              </a:ext>
            </a:extLst>
          </p:cNvPr>
          <p:cNvSpPr txBox="1"/>
          <p:nvPr/>
        </p:nvSpPr>
        <p:spPr>
          <a:xfrm>
            <a:off x="4521200" y="3182815"/>
            <a:ext cx="31496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fr-FR" sz="1600" b="1" noProof="0">
                <a:solidFill>
                  <a:srgbClr val="160C3C"/>
                </a:solidFill>
                <a:latin typeface="Montserrat" pitchFamily="2" charset="77"/>
              </a:rPr>
              <a:t>Sans donnée fiable, l'IA se trompe.</a:t>
            </a:r>
          </a:p>
        </p:txBody>
      </p:sp>
      <p:sp>
        <p:nvSpPr>
          <p:cNvPr id="17" name="ConvVerb2">
            <a:extLst>
              <a:ext uri="{FF2B5EF4-FFF2-40B4-BE49-F238E27FC236}">
                <a16:creationId xmlns:a16="http://schemas.microsoft.com/office/drawing/2014/main" id="{E906B100-DD2B-FF4A-9465-7F45D85928EE}"/>
              </a:ext>
            </a:extLst>
          </p:cNvPr>
          <p:cNvSpPr txBox="1"/>
          <p:nvPr/>
        </p:nvSpPr>
        <p:spPr>
          <a:xfrm>
            <a:off x="4521200" y="4021015"/>
            <a:ext cx="314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>
              <a:buNone/>
            </a:pPr>
            <a:r>
              <a:rPr lang="fr-FR" sz="1300" i="1" noProof="0">
                <a:solidFill>
                  <a:srgbClr val="FE6800"/>
                </a:solidFill>
                <a:latin typeface="Montserrat" pitchFamily="2" charset="77"/>
              </a:rPr>
              <a:t>Halluciner.</a:t>
            </a:r>
          </a:p>
        </p:txBody>
      </p:sp>
      <p:sp>
        <p:nvSpPr>
          <p:cNvPr id="18" name="ConvDesc2">
            <a:extLst>
              <a:ext uri="{FF2B5EF4-FFF2-40B4-BE49-F238E27FC236}">
                <a16:creationId xmlns:a16="http://schemas.microsoft.com/office/drawing/2014/main" id="{40B92894-54E6-EC4E-8AE4-3336D9DAE628}"/>
              </a:ext>
            </a:extLst>
          </p:cNvPr>
          <p:cNvSpPr txBox="1"/>
          <p:nvPr/>
        </p:nvSpPr>
        <p:spPr>
          <a:xfrm>
            <a:off x="4521200" y="4398840"/>
            <a:ext cx="3149600" cy="162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171450" indent="-171450">
              <a:lnSpc>
                <a:spcPct val="12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sz="1000" noProof="0">
                <a:solidFill>
                  <a:srgbClr val="160C3C"/>
                </a:solidFill>
                <a:latin typeface="Montserrat" pitchFamily="2" charset="77"/>
              </a:rPr>
              <a:t>Une donnée mal définie, incomplète ou obsolète est </a:t>
            </a:r>
            <a:r>
              <a:rPr lang="fr-FR" sz="1000" noProof="0">
                <a:solidFill>
                  <a:srgbClr val="FE6800"/>
                </a:solidFill>
                <a:latin typeface="Montserrat" pitchFamily="2" charset="77"/>
              </a:rPr>
              <a:t>mal interprétée par l'IA</a:t>
            </a:r>
            <a:r>
              <a:rPr lang="fr-FR" sz="1000" noProof="0">
                <a:solidFill>
                  <a:srgbClr val="160C3C"/>
                </a:solidFill>
                <a:latin typeface="Montserrat" pitchFamily="2" charset="77"/>
              </a:rPr>
              <a:t>.</a:t>
            </a:r>
          </a:p>
          <a:p>
            <a:pPr marL="171450" indent="-171450">
              <a:lnSpc>
                <a:spcPct val="12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sz="1000" noProof="0">
                <a:solidFill>
                  <a:srgbClr val="160C3C"/>
                </a:solidFill>
                <a:latin typeface="Montserrat" pitchFamily="2" charset="77"/>
              </a:rPr>
              <a:t>Résultat : des décisions sur des chiffres erronés, une perte de confiance durable, un ROI négatif.</a:t>
            </a:r>
          </a:p>
        </p:txBody>
      </p:sp>
      <p:sp>
        <p:nvSpPr>
          <p:cNvPr id="20" name="ConvBadge3">
            <a:extLst>
              <a:ext uri="{FF2B5EF4-FFF2-40B4-BE49-F238E27FC236}">
                <a16:creationId xmlns:a16="http://schemas.microsoft.com/office/drawing/2014/main" id="{31803A01-948C-5C4A-8FDE-86C4B0D97AAB}"/>
              </a:ext>
            </a:extLst>
          </p:cNvPr>
          <p:cNvSpPr/>
          <p:nvPr/>
        </p:nvSpPr>
        <p:spPr>
          <a:xfrm>
            <a:off x="8445499" y="2641599"/>
            <a:ext cx="381000" cy="381000"/>
          </a:xfrm>
          <a:prstGeom prst="ellipse">
            <a:avLst/>
          </a:prstGeom>
          <a:solidFill>
            <a:srgbClr val="FE68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1100" b="1" noProof="0">
                <a:solidFill>
                  <a:srgbClr val="FFFFFF"/>
                </a:solidFill>
                <a:latin typeface="Montserrat" pitchFamily="2" charset="77"/>
                <a:cs typeface="Consolas"/>
              </a:rPr>
              <a:t>03</a:t>
            </a:r>
          </a:p>
        </p:txBody>
      </p:sp>
      <p:sp>
        <p:nvSpPr>
          <p:cNvPr id="21" name="ConvLab3">
            <a:extLst>
              <a:ext uri="{FF2B5EF4-FFF2-40B4-BE49-F238E27FC236}">
                <a16:creationId xmlns:a16="http://schemas.microsoft.com/office/drawing/2014/main" id="{13607B1C-8D34-3940-99F5-E5457B734603}"/>
              </a:ext>
            </a:extLst>
          </p:cNvPr>
          <p:cNvSpPr txBox="1"/>
          <p:nvPr/>
        </p:nvSpPr>
        <p:spPr>
          <a:xfrm>
            <a:off x="8839200" y="2649415"/>
            <a:ext cx="29083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>
              <a:buNone/>
            </a:pPr>
            <a:r>
              <a:rPr lang="fr-FR" b="1" noProof="0">
                <a:solidFill>
                  <a:srgbClr val="FE6800"/>
                </a:solidFill>
                <a:latin typeface="Montserrat" pitchFamily="2" charset="77"/>
              </a:rPr>
              <a:t>NOTRE CONVICTION</a:t>
            </a:r>
          </a:p>
        </p:txBody>
      </p:sp>
      <p:sp>
        <p:nvSpPr>
          <p:cNvPr id="22" name="ConvTit3">
            <a:extLst>
              <a:ext uri="{FF2B5EF4-FFF2-40B4-BE49-F238E27FC236}">
                <a16:creationId xmlns:a16="http://schemas.microsoft.com/office/drawing/2014/main" id="{1A4A3A50-E32E-A34B-8DB5-1325F2F30F44}"/>
              </a:ext>
            </a:extLst>
          </p:cNvPr>
          <p:cNvSpPr txBox="1"/>
          <p:nvPr/>
        </p:nvSpPr>
        <p:spPr>
          <a:xfrm>
            <a:off x="8331200" y="3211279"/>
            <a:ext cx="3259667" cy="577631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fr-FR" sz="1400" b="1" noProof="0">
                <a:solidFill>
                  <a:srgbClr val="FFFFFF"/>
                </a:solidFill>
                <a:latin typeface="Montserrat" pitchFamily="2" charset="77"/>
              </a:rPr>
              <a:t>Data </a:t>
            </a:r>
            <a:r>
              <a:rPr lang="fr-FR" sz="1400" b="1" noProof="0" err="1">
                <a:solidFill>
                  <a:srgbClr val="FFFFFF"/>
                </a:solidFill>
                <a:latin typeface="Montserrat" pitchFamily="2" charset="77"/>
              </a:rPr>
              <a:t>Products</a:t>
            </a:r>
            <a:r>
              <a:rPr lang="fr-FR" sz="1400" b="1" noProof="0">
                <a:solidFill>
                  <a:srgbClr val="FFFFFF"/>
                </a:solidFill>
                <a:latin typeface="Montserrat" pitchFamily="2" charset="77"/>
              </a:rPr>
              <a:t> + Gouvernance </a:t>
            </a:r>
          </a:p>
          <a:p>
            <a:pPr marL="0" indent="0" algn="ctr">
              <a:lnSpc>
                <a:spcPct val="105000"/>
              </a:lnSpc>
              <a:buNone/>
            </a:pPr>
            <a:r>
              <a:rPr lang="fr-FR" sz="1400" b="1" noProof="0">
                <a:solidFill>
                  <a:srgbClr val="FFFFFF"/>
                </a:solidFill>
                <a:latin typeface="Montserrat" pitchFamily="2" charset="77"/>
              </a:rPr>
              <a:t>= valeur pérenne.</a:t>
            </a:r>
          </a:p>
        </p:txBody>
      </p:sp>
      <p:sp>
        <p:nvSpPr>
          <p:cNvPr id="23" name="ConvVerb3">
            <a:extLst>
              <a:ext uri="{FF2B5EF4-FFF2-40B4-BE49-F238E27FC236}">
                <a16:creationId xmlns:a16="http://schemas.microsoft.com/office/drawing/2014/main" id="{0F13640A-F174-524C-A282-C4A41C71CD50}"/>
              </a:ext>
            </a:extLst>
          </p:cNvPr>
          <p:cNvSpPr txBox="1"/>
          <p:nvPr/>
        </p:nvSpPr>
        <p:spPr>
          <a:xfrm>
            <a:off x="8331200" y="4021015"/>
            <a:ext cx="314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>
              <a:buNone/>
            </a:pPr>
            <a:r>
              <a:rPr lang="fr-FR" sz="1300" i="1" noProof="0">
                <a:solidFill>
                  <a:srgbClr val="FE6800"/>
                </a:solidFill>
                <a:latin typeface="Montserrat" pitchFamily="2" charset="77"/>
              </a:rPr>
              <a:t>Maîtriser.</a:t>
            </a:r>
          </a:p>
        </p:txBody>
      </p:sp>
      <p:sp>
        <p:nvSpPr>
          <p:cNvPr id="24" name="ConvDesc3">
            <a:extLst>
              <a:ext uri="{FF2B5EF4-FFF2-40B4-BE49-F238E27FC236}">
                <a16:creationId xmlns:a16="http://schemas.microsoft.com/office/drawing/2014/main" id="{0527BC0E-658A-2942-ACFB-8DC8EF58D4D4}"/>
              </a:ext>
            </a:extLst>
          </p:cNvPr>
          <p:cNvSpPr txBox="1"/>
          <p:nvPr/>
        </p:nvSpPr>
        <p:spPr>
          <a:xfrm>
            <a:off x="8331200" y="4398840"/>
            <a:ext cx="3149600" cy="162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171450" indent="-171450">
              <a:lnSpc>
                <a:spcPct val="12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sz="1000" noProof="0">
                <a:solidFill>
                  <a:srgbClr val="FFFFFF">
                    <a:alpha val="85000"/>
                  </a:srgbClr>
                </a:solidFill>
                <a:latin typeface="Montserrat" pitchFamily="2" charset="77"/>
              </a:rPr>
              <a:t>Chaque Data Product est </a:t>
            </a:r>
            <a:r>
              <a:rPr lang="fr-FR" sz="1000" noProof="0">
                <a:solidFill>
                  <a:srgbClr val="FE6800"/>
                </a:solidFill>
                <a:latin typeface="Montserrat" pitchFamily="2" charset="77"/>
              </a:rPr>
              <a:t>sous contrat</a:t>
            </a:r>
            <a:r>
              <a:rPr lang="fr-FR" sz="1000" noProof="0">
                <a:solidFill>
                  <a:srgbClr val="FFFFFF">
                    <a:alpha val="85000"/>
                  </a:srgbClr>
                </a:solidFill>
                <a:latin typeface="Montserrat" pitchFamily="2" charset="77"/>
              </a:rPr>
              <a:t> : définition, propriétaire, SLA, qualité mesurée.</a:t>
            </a:r>
          </a:p>
          <a:p>
            <a:pPr marL="171450" indent="-171450">
              <a:lnSpc>
                <a:spcPct val="12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sz="1000" noProof="0">
                <a:solidFill>
                  <a:srgbClr val="FFFFFF">
                    <a:alpha val="85000"/>
                  </a:srgbClr>
                </a:solidFill>
                <a:latin typeface="Montserrat" pitchFamily="2" charset="77"/>
              </a:rPr>
              <a:t>La gouvernance assure la traçabilité, l'alignement métier et la réutilisabilité.</a:t>
            </a:r>
          </a:p>
          <a:p>
            <a:pPr marL="171450" indent="-171450">
              <a:lnSpc>
                <a:spcPct val="12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sz="1000" noProof="0">
                <a:solidFill>
                  <a:srgbClr val="FFFFFF">
                    <a:alpha val="85000"/>
                  </a:srgbClr>
                </a:solidFill>
                <a:latin typeface="Montserrat" pitchFamily="2" charset="77"/>
              </a:rPr>
              <a:t>L'IA s'appuie alors sur un socle </a:t>
            </a:r>
            <a:r>
              <a:rPr lang="fr-FR" sz="1000" noProof="0">
                <a:solidFill>
                  <a:srgbClr val="FE6800"/>
                </a:solidFill>
                <a:latin typeface="Montserrat" pitchFamily="2" charset="77"/>
              </a:rPr>
              <a:t>fiable et documenté.</a:t>
            </a:r>
            <a:endParaRPr lang="fr-FR" sz="1000" noProof="0">
              <a:solidFill>
                <a:srgbClr val="FFFFFF">
                  <a:alpha val="85000"/>
                </a:srgbClr>
              </a:solidFill>
              <a:latin typeface="Montserrat" pitchFamily="2" charset="77"/>
            </a:endParaRP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38265C69-5F90-367E-6469-C5005E0CCD0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20413" y="22580"/>
            <a:ext cx="7059174" cy="760021"/>
          </a:xfrm>
        </p:spPr>
        <p:txBody>
          <a:bodyPr/>
          <a:lstStyle/>
          <a:p>
            <a:pPr algn="ctr"/>
            <a:r>
              <a:rPr lang="fr-FR" b="1" noProof="0">
                <a:latin typeface="Montserrat" pitchFamily="2" charset="77"/>
              </a:rPr>
              <a:t>Notre </a:t>
            </a:r>
            <a:r>
              <a:rPr lang="fr-FR" b="1" noProof="0">
                <a:solidFill>
                  <a:srgbClr val="FE6800"/>
                </a:solidFill>
                <a:latin typeface="Montserrat" pitchFamily="2" charset="77"/>
                <a:cs typeface="Consolas" pitchFamily="34" charset="-120"/>
              </a:rPr>
              <a:t>conviction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Encre 3">
                <a:extLst>
                  <a:ext uri="{FF2B5EF4-FFF2-40B4-BE49-F238E27FC236}">
                    <a16:creationId xmlns:a16="http://schemas.microsoft.com/office/drawing/2014/main" id="{2CDCC0E4-BFA1-8495-6C11-60B7617CBDAC}"/>
                  </a:ext>
                </a:extLst>
              </p14:cNvPr>
              <p14:cNvContentPartPr/>
              <p14:nvPr/>
            </p14:nvContentPartPr>
            <p14:xfrm rot="16200000">
              <a:off x="4043421" y="4020068"/>
              <a:ext cx="203930" cy="344064"/>
            </p14:xfrm>
          </p:contentPart>
        </mc:Choice>
        <mc:Fallback xmlns="">
          <p:pic>
            <p:nvPicPr>
              <p:cNvPr id="4" name="Encre 3">
                <a:extLst>
                  <a:ext uri="{FF2B5EF4-FFF2-40B4-BE49-F238E27FC236}">
                    <a16:creationId xmlns:a16="http://schemas.microsoft.com/office/drawing/2014/main" id="{2CDCC0E4-BFA1-8495-6C11-60B7617CBDA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 rot="16200000">
                <a:off x="4007455" y="3984078"/>
                <a:ext cx="275503" cy="4156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7" name="Encre 26">
                <a:extLst>
                  <a:ext uri="{FF2B5EF4-FFF2-40B4-BE49-F238E27FC236}">
                    <a16:creationId xmlns:a16="http://schemas.microsoft.com/office/drawing/2014/main" id="{581C7F12-8243-2957-B6E1-3958A957A9A1}"/>
                  </a:ext>
                </a:extLst>
              </p14:cNvPr>
              <p14:cNvContentPartPr/>
              <p14:nvPr/>
            </p14:nvContentPartPr>
            <p14:xfrm rot="16200000">
              <a:off x="7854003" y="4050594"/>
              <a:ext cx="203930" cy="344064"/>
            </p14:xfrm>
          </p:contentPart>
        </mc:Choice>
        <mc:Fallback xmlns="">
          <p:pic>
            <p:nvPicPr>
              <p:cNvPr id="27" name="Encre 26">
                <a:extLst>
                  <a:ext uri="{FF2B5EF4-FFF2-40B4-BE49-F238E27FC236}">
                    <a16:creationId xmlns:a16="http://schemas.microsoft.com/office/drawing/2014/main" id="{581C7F12-8243-2957-B6E1-3958A957A9A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 rot="16200000">
                <a:off x="7818037" y="4014604"/>
                <a:ext cx="275503" cy="41568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46656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B94E9-CBF1-D336-379E-8199E5B9D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98">
            <a:extLst>
              <a:ext uri="{FF2B5EF4-FFF2-40B4-BE49-F238E27FC236}">
                <a16:creationId xmlns:a16="http://schemas.microsoft.com/office/drawing/2014/main" id="{2EE2FF1A-E97E-5542-A5FC-A728EE787378}"/>
              </a:ext>
            </a:extLst>
          </p:cNvPr>
          <p:cNvSpPr/>
          <p:nvPr/>
        </p:nvSpPr>
        <p:spPr>
          <a:xfrm>
            <a:off x="7727205" y="914399"/>
            <a:ext cx="4168461" cy="3961411"/>
          </a:xfrm>
          <a:prstGeom prst="rect">
            <a:avLst/>
          </a:prstGeom>
          <a:solidFill>
            <a:srgbClr val="2B2640"/>
          </a:solidFill>
          <a:ln w="12700" cap="flat" cmpd="sng" algn="ctr">
            <a:solidFill>
              <a:srgbClr val="1A15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 noProof="0"/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73AB9B02-32C4-A149-8250-C797A2CD8031}"/>
              </a:ext>
            </a:extLst>
          </p:cNvPr>
          <p:cNvSpPr/>
          <p:nvPr/>
        </p:nvSpPr>
        <p:spPr>
          <a:xfrm>
            <a:off x="609600" y="1016000"/>
            <a:ext cx="6629400" cy="1666759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6E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 noProof="0"/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520694DC-EAC5-F346-AFFB-500F26DC27B8}"/>
              </a:ext>
            </a:extLst>
          </p:cNvPr>
          <p:cNvSpPr/>
          <p:nvPr/>
        </p:nvSpPr>
        <p:spPr>
          <a:xfrm>
            <a:off x="609600" y="5070837"/>
            <a:ext cx="11286066" cy="1143000"/>
          </a:xfrm>
          <a:prstGeom prst="roundRect">
            <a:avLst/>
          </a:prstGeom>
          <a:solidFill>
            <a:srgbClr val="160C3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 noProof="0">
              <a:solidFill>
                <a:srgbClr val="160D3D"/>
              </a:solidFill>
            </a:endParaRP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B8395FB0-7372-C751-DFCA-4F8D3403CA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998213" y="50800"/>
            <a:ext cx="7059174" cy="760021"/>
          </a:xfrm>
        </p:spPr>
        <p:txBody>
          <a:bodyPr/>
          <a:lstStyle/>
          <a:p>
            <a:pPr algn="ctr"/>
            <a:r>
              <a:rPr lang="fr-FR" b="1" noProof="0">
                <a:latin typeface="Montserrat"/>
              </a:rPr>
              <a:t>Data Product – </a:t>
            </a:r>
            <a:r>
              <a:rPr lang="fr-FR" b="1" noProof="0">
                <a:solidFill>
                  <a:srgbClr val="FE6800"/>
                </a:solidFill>
                <a:latin typeface="Montserrat" pitchFamily="34" charset="0"/>
                <a:ea typeface="Consolas" pitchFamily="34" charset="-122"/>
                <a:cs typeface="Montserrat" pitchFamily="34" charset="-120"/>
              </a:rPr>
              <a:t>Définition &amp; Valeurs</a:t>
            </a:r>
            <a:endParaRPr lang="fr-FR" noProof="0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E57F40D0-385C-A849-87C4-16400343D78B}"/>
              </a:ext>
            </a:extLst>
          </p:cNvPr>
          <p:cNvSpPr/>
          <p:nvPr/>
        </p:nvSpPr>
        <p:spPr>
          <a:xfrm>
            <a:off x="914399" y="1219200"/>
            <a:ext cx="1389185" cy="330200"/>
          </a:xfrm>
          <a:prstGeom prst="roundRect">
            <a:avLst/>
          </a:prstGeom>
          <a:solidFill>
            <a:srgbClr val="160C3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 noProof="0">
                <a:solidFill>
                  <a:srgbClr val="FFFFFF"/>
                </a:solidFill>
                <a:latin typeface="Montserrat"/>
                <a:cs typeface="Montserrat"/>
              </a:rPr>
              <a:t>DATA PRODUCT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EF042FE-7D30-EC45-98D4-C89987701675}"/>
              </a:ext>
            </a:extLst>
          </p:cNvPr>
          <p:cNvSpPr txBox="1"/>
          <p:nvPr/>
        </p:nvSpPr>
        <p:spPr>
          <a:xfrm>
            <a:off x="914400" y="1676400"/>
            <a:ext cx="6019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000" b="1" noProof="0">
                <a:solidFill>
                  <a:srgbClr val="160C3C"/>
                </a:solidFill>
              </a:rPr>
              <a:t>Un ensemble de données prêt à l'emploi.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D285BE6-E3FA-4F44-B912-AA653F679AEE}"/>
              </a:ext>
            </a:extLst>
          </p:cNvPr>
          <p:cNvSpPr txBox="1"/>
          <p:nvPr/>
        </p:nvSpPr>
        <p:spPr>
          <a:xfrm>
            <a:off x="914400" y="2164948"/>
            <a:ext cx="6019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i="1" noProof="0">
                <a:solidFill>
                  <a:srgbClr val="5A5369"/>
                </a:solidFill>
              </a:rPr>
              <a:t>Pensé comme un produit : avec un propriétaire, un contrat, des utilisateurs.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F0C3930B-80A7-AE41-866A-7E7A673F68CE}"/>
              </a:ext>
            </a:extLst>
          </p:cNvPr>
          <p:cNvSpPr/>
          <p:nvPr/>
        </p:nvSpPr>
        <p:spPr>
          <a:xfrm>
            <a:off x="609600" y="2886694"/>
            <a:ext cx="3213100" cy="914400"/>
          </a:xfrm>
          <a:prstGeom prst="roundRect">
            <a:avLst/>
          </a:prstGeom>
          <a:solidFill>
            <a:srgbClr val="FFF4E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 noProof="0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F60E88EE-B476-0A4D-B186-7A5ED718065E}"/>
              </a:ext>
            </a:extLst>
          </p:cNvPr>
          <p:cNvSpPr/>
          <p:nvPr/>
        </p:nvSpPr>
        <p:spPr>
          <a:xfrm>
            <a:off x="762000" y="3013694"/>
            <a:ext cx="355600" cy="355600"/>
          </a:xfrm>
          <a:prstGeom prst="ellipse">
            <a:avLst/>
          </a:prstGeom>
          <a:solidFill>
            <a:srgbClr val="D888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1100" b="1" noProof="0">
                <a:solidFill>
                  <a:srgbClr val="FFFFFF"/>
                </a:solidFill>
                <a:latin typeface="Montserrat"/>
                <a:cs typeface="Montserrat"/>
              </a:rPr>
              <a:t>01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F2797B7-CA57-964C-8C65-184CAF0975CF}"/>
              </a:ext>
            </a:extLst>
          </p:cNvPr>
          <p:cNvSpPr txBox="1"/>
          <p:nvPr/>
        </p:nvSpPr>
        <p:spPr>
          <a:xfrm>
            <a:off x="1219200" y="2988294"/>
            <a:ext cx="24511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400" b="1" noProof="0">
                <a:solidFill>
                  <a:srgbClr val="160C3C"/>
                </a:solidFill>
              </a:rPr>
              <a:t>Découvrable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F190BBB3-3E8D-FE47-9ABC-D82545440FD9}"/>
              </a:ext>
            </a:extLst>
          </p:cNvPr>
          <p:cNvSpPr txBox="1"/>
          <p:nvPr/>
        </p:nvSpPr>
        <p:spPr>
          <a:xfrm>
            <a:off x="762000" y="3439630"/>
            <a:ext cx="29083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noProof="0">
                <a:solidFill>
                  <a:srgbClr val="5A5369"/>
                </a:solidFill>
              </a:rPr>
              <a:t>Catalogué, disponible en self-service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0182AE47-DCF1-D043-91B3-725ED591DE45}"/>
              </a:ext>
            </a:extLst>
          </p:cNvPr>
          <p:cNvSpPr/>
          <p:nvPr/>
        </p:nvSpPr>
        <p:spPr>
          <a:xfrm>
            <a:off x="4025900" y="2886694"/>
            <a:ext cx="3213100" cy="914400"/>
          </a:xfrm>
          <a:prstGeom prst="roundRect">
            <a:avLst/>
          </a:prstGeom>
          <a:solidFill>
            <a:srgbClr val="FFF4E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 noProof="0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1B9B5902-85D0-FF47-912E-F90BE92AF710}"/>
              </a:ext>
            </a:extLst>
          </p:cNvPr>
          <p:cNvSpPr/>
          <p:nvPr/>
        </p:nvSpPr>
        <p:spPr>
          <a:xfrm>
            <a:off x="4178300" y="3013694"/>
            <a:ext cx="355600" cy="355600"/>
          </a:xfrm>
          <a:prstGeom prst="ellipse">
            <a:avLst/>
          </a:prstGeom>
          <a:solidFill>
            <a:srgbClr val="D888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1100" b="1" noProof="0">
                <a:solidFill>
                  <a:srgbClr val="FFFFFF"/>
                </a:solidFill>
                <a:latin typeface="Montserrat"/>
                <a:cs typeface="Montserrat"/>
              </a:rPr>
              <a:t>02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1C6B489C-5D66-554D-A46E-F1FA26A536F1}"/>
              </a:ext>
            </a:extLst>
          </p:cNvPr>
          <p:cNvSpPr txBox="1"/>
          <p:nvPr/>
        </p:nvSpPr>
        <p:spPr>
          <a:xfrm>
            <a:off x="4635500" y="2988294"/>
            <a:ext cx="24511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400" b="1" noProof="0">
                <a:solidFill>
                  <a:srgbClr val="160C3C"/>
                </a:solidFill>
              </a:rPr>
              <a:t>Fiable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68FD12D6-413B-C04A-A79A-D22D9D4FDC07}"/>
              </a:ext>
            </a:extLst>
          </p:cNvPr>
          <p:cNvSpPr txBox="1"/>
          <p:nvPr/>
        </p:nvSpPr>
        <p:spPr>
          <a:xfrm>
            <a:off x="4090380" y="3413254"/>
            <a:ext cx="32131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noProof="0">
                <a:solidFill>
                  <a:srgbClr val="5A5369"/>
                </a:solidFill>
              </a:rPr>
              <a:t>Fraîcheur, complétude, règles sous contrat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57C69956-35A5-2C46-8FD6-ADF9DF1538DA}"/>
              </a:ext>
            </a:extLst>
          </p:cNvPr>
          <p:cNvSpPr/>
          <p:nvPr/>
        </p:nvSpPr>
        <p:spPr>
          <a:xfrm>
            <a:off x="609600" y="3928094"/>
            <a:ext cx="3213100" cy="914400"/>
          </a:xfrm>
          <a:prstGeom prst="roundRect">
            <a:avLst/>
          </a:prstGeom>
          <a:solidFill>
            <a:srgbClr val="FFF4E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 noProof="0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B3480F5D-28F6-C34F-ACC4-C19CC7DC6E00}"/>
              </a:ext>
            </a:extLst>
          </p:cNvPr>
          <p:cNvSpPr/>
          <p:nvPr/>
        </p:nvSpPr>
        <p:spPr>
          <a:xfrm>
            <a:off x="762000" y="4055094"/>
            <a:ext cx="355600" cy="355600"/>
          </a:xfrm>
          <a:prstGeom prst="ellipse">
            <a:avLst/>
          </a:prstGeom>
          <a:solidFill>
            <a:srgbClr val="D888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1100" b="1" noProof="0">
                <a:solidFill>
                  <a:srgbClr val="FFFFFF"/>
                </a:solidFill>
                <a:latin typeface="Montserrat"/>
                <a:cs typeface="Montserrat"/>
              </a:rPr>
              <a:t>03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222369F9-2D7B-B044-8CE2-2E16EE25BF67}"/>
              </a:ext>
            </a:extLst>
          </p:cNvPr>
          <p:cNvSpPr txBox="1"/>
          <p:nvPr/>
        </p:nvSpPr>
        <p:spPr>
          <a:xfrm>
            <a:off x="1219200" y="4029694"/>
            <a:ext cx="24511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400" b="1" noProof="0">
                <a:solidFill>
                  <a:srgbClr val="160C3C"/>
                </a:solidFill>
              </a:rPr>
              <a:t>Gouverné &amp; sécurisé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4D1E72F8-8C0A-1F4F-8AB6-6859709E8287}"/>
              </a:ext>
            </a:extLst>
          </p:cNvPr>
          <p:cNvSpPr txBox="1"/>
          <p:nvPr/>
        </p:nvSpPr>
        <p:spPr>
          <a:xfrm>
            <a:off x="762000" y="4410694"/>
            <a:ext cx="29083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noProof="0">
                <a:solidFill>
                  <a:srgbClr val="5A5369"/>
                </a:solidFill>
              </a:rPr>
              <a:t>Un Data Product Owner côté métier pour valider les accès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13A9DCFD-9D4E-324B-80A4-700E6C07C8B9}"/>
              </a:ext>
            </a:extLst>
          </p:cNvPr>
          <p:cNvSpPr/>
          <p:nvPr/>
        </p:nvSpPr>
        <p:spPr>
          <a:xfrm>
            <a:off x="4025900" y="3928094"/>
            <a:ext cx="3213100" cy="914400"/>
          </a:xfrm>
          <a:prstGeom prst="roundRect">
            <a:avLst/>
          </a:prstGeom>
          <a:solidFill>
            <a:srgbClr val="FFF4E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 noProof="0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8C08C634-5334-7B45-BF03-BDD36EC2DC28}"/>
              </a:ext>
            </a:extLst>
          </p:cNvPr>
          <p:cNvSpPr/>
          <p:nvPr/>
        </p:nvSpPr>
        <p:spPr>
          <a:xfrm>
            <a:off x="4178300" y="4055094"/>
            <a:ext cx="355600" cy="355600"/>
          </a:xfrm>
          <a:prstGeom prst="ellipse">
            <a:avLst/>
          </a:prstGeom>
          <a:solidFill>
            <a:srgbClr val="D888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1100" b="1" noProof="0">
                <a:solidFill>
                  <a:srgbClr val="FFFFFF"/>
                </a:solidFill>
                <a:latin typeface="Montserrat"/>
                <a:cs typeface="Montserrat"/>
              </a:rPr>
              <a:t>04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0A18D26A-48B2-384B-88F1-14DDA9228703}"/>
              </a:ext>
            </a:extLst>
          </p:cNvPr>
          <p:cNvSpPr txBox="1"/>
          <p:nvPr/>
        </p:nvSpPr>
        <p:spPr>
          <a:xfrm>
            <a:off x="4635500" y="4029694"/>
            <a:ext cx="24511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fr-FR" sz="1400" b="1" noProof="0">
                <a:solidFill>
                  <a:srgbClr val="160C3C"/>
                </a:solidFill>
              </a:rPr>
              <a:t>Transverse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895E9228-4579-464B-A75E-0E92A63A9CFF}"/>
              </a:ext>
            </a:extLst>
          </p:cNvPr>
          <p:cNvSpPr txBox="1"/>
          <p:nvPr/>
        </p:nvSpPr>
        <p:spPr>
          <a:xfrm>
            <a:off x="4107964" y="4472238"/>
            <a:ext cx="29083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noProof="0">
                <a:solidFill>
                  <a:srgbClr val="5A5369"/>
                </a:solidFill>
              </a:rPr>
              <a:t>Consommable par BI, app, API, IA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B9F6473D-9B79-8F46-8227-2A9D95EB0A37}"/>
              </a:ext>
            </a:extLst>
          </p:cNvPr>
          <p:cNvSpPr txBox="1"/>
          <p:nvPr/>
        </p:nvSpPr>
        <p:spPr>
          <a:xfrm>
            <a:off x="889000" y="5207000"/>
            <a:ext cx="381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 noProof="0">
                <a:solidFill>
                  <a:srgbClr val="FE6800"/>
                </a:solidFill>
                <a:latin typeface="Montserrat"/>
                <a:cs typeface="Montserrat"/>
              </a:rPr>
              <a:t>CE QUE ÇA APPORTE</a:t>
            </a:r>
          </a:p>
        </p:txBody>
      </p:sp>
      <p:sp>
        <p:nvSpPr>
          <p:cNvPr id="76" name="ZoneTexte 75">
            <a:extLst>
              <a:ext uri="{FF2B5EF4-FFF2-40B4-BE49-F238E27FC236}">
                <a16:creationId xmlns:a16="http://schemas.microsoft.com/office/drawing/2014/main" id="{795463E4-1BD4-B245-BD7C-8BEDA4BB8D48}"/>
              </a:ext>
            </a:extLst>
          </p:cNvPr>
          <p:cNvSpPr txBox="1"/>
          <p:nvPr/>
        </p:nvSpPr>
        <p:spPr>
          <a:xfrm>
            <a:off x="1752600" y="5486400"/>
            <a:ext cx="2438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 noProof="0">
                <a:solidFill>
                  <a:srgbClr val="FFFFFF"/>
                </a:solidFill>
              </a:rPr>
              <a:t>Time-to-insight</a:t>
            </a:r>
          </a:p>
        </p:txBody>
      </p:sp>
      <p:sp>
        <p:nvSpPr>
          <p:cNvPr id="77" name="ZoneTexte 76">
            <a:extLst>
              <a:ext uri="{FF2B5EF4-FFF2-40B4-BE49-F238E27FC236}">
                <a16:creationId xmlns:a16="http://schemas.microsoft.com/office/drawing/2014/main" id="{05977901-6386-C246-9E89-69C8AD70CF6C}"/>
              </a:ext>
            </a:extLst>
          </p:cNvPr>
          <p:cNvSpPr txBox="1"/>
          <p:nvPr/>
        </p:nvSpPr>
        <p:spPr>
          <a:xfrm>
            <a:off x="1752600" y="5765800"/>
            <a:ext cx="24384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noProof="0">
                <a:solidFill>
                  <a:srgbClr val="E8E6EE"/>
                </a:solidFill>
              </a:rPr>
              <a:t>Accès direct à la donnée</a:t>
            </a:r>
          </a:p>
        </p:txBody>
      </p:sp>
      <p:sp>
        <p:nvSpPr>
          <p:cNvPr id="79" name="ZoneTexte 78">
            <a:extLst>
              <a:ext uri="{FF2B5EF4-FFF2-40B4-BE49-F238E27FC236}">
                <a16:creationId xmlns:a16="http://schemas.microsoft.com/office/drawing/2014/main" id="{7C52D043-9F6D-3A4B-8EA9-7C7D97815701}"/>
              </a:ext>
            </a:extLst>
          </p:cNvPr>
          <p:cNvSpPr txBox="1"/>
          <p:nvPr/>
        </p:nvSpPr>
        <p:spPr>
          <a:xfrm>
            <a:off x="5308600" y="5486400"/>
            <a:ext cx="2438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 noProof="0">
                <a:solidFill>
                  <a:srgbClr val="FFFFFF"/>
                </a:solidFill>
              </a:rPr>
              <a:t>Coût réduit</a:t>
            </a:r>
          </a:p>
        </p:txBody>
      </p:sp>
      <p:sp>
        <p:nvSpPr>
          <p:cNvPr id="80" name="ZoneTexte 79">
            <a:extLst>
              <a:ext uri="{FF2B5EF4-FFF2-40B4-BE49-F238E27FC236}">
                <a16:creationId xmlns:a16="http://schemas.microsoft.com/office/drawing/2014/main" id="{BC6C1BF1-2414-EE41-B4C1-DB0DCF89D259}"/>
              </a:ext>
            </a:extLst>
          </p:cNvPr>
          <p:cNvSpPr txBox="1"/>
          <p:nvPr/>
        </p:nvSpPr>
        <p:spPr>
          <a:xfrm>
            <a:off x="5308600" y="5765800"/>
            <a:ext cx="2921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noProof="0">
                <a:solidFill>
                  <a:srgbClr val="E8E6EE"/>
                </a:solidFill>
              </a:rPr>
              <a:t>Un Data Product sert plusieurs projets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53A86743-DEB2-B248-9944-E8B20E09C1D2}"/>
              </a:ext>
            </a:extLst>
          </p:cNvPr>
          <p:cNvSpPr txBox="1"/>
          <p:nvPr/>
        </p:nvSpPr>
        <p:spPr>
          <a:xfrm>
            <a:off x="8864600" y="5486400"/>
            <a:ext cx="2438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 noProof="0">
                <a:solidFill>
                  <a:srgbClr val="FFFFFF"/>
                </a:solidFill>
              </a:rPr>
              <a:t>Plug-and-</a:t>
            </a:r>
            <a:r>
              <a:rPr lang="fr-FR" sz="1500" b="1" noProof="0" err="1">
                <a:solidFill>
                  <a:srgbClr val="FFFFFF"/>
                </a:solidFill>
              </a:rPr>
              <a:t>play</a:t>
            </a:r>
            <a:endParaRPr lang="fr-FR" sz="1500" b="1" noProof="0">
              <a:solidFill>
                <a:srgbClr val="FFFFFF"/>
              </a:solidFill>
            </a:endParaRP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0B0A4532-D5F0-374A-B350-314ADD4CF391}"/>
              </a:ext>
            </a:extLst>
          </p:cNvPr>
          <p:cNvSpPr txBox="1"/>
          <p:nvPr/>
        </p:nvSpPr>
        <p:spPr>
          <a:xfrm>
            <a:off x="8864600" y="5765800"/>
            <a:ext cx="2949338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noProof="0">
                <a:solidFill>
                  <a:srgbClr val="E8E6EE"/>
                </a:solidFill>
              </a:rPr>
              <a:t>Branchement natif pour les agents IA</a:t>
            </a:r>
          </a:p>
        </p:txBody>
      </p:sp>
      <p:pic>
        <p:nvPicPr>
          <p:cNvPr id="85" name="Graphique 84" descr="Cible avec un remplissage uni">
            <a:extLst>
              <a:ext uri="{FF2B5EF4-FFF2-40B4-BE49-F238E27FC236}">
                <a16:creationId xmlns:a16="http://schemas.microsoft.com/office/drawing/2014/main" id="{7EBD0D53-579C-19BF-9D41-D88522CF32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7337" y="5504543"/>
            <a:ext cx="603725" cy="603725"/>
          </a:xfrm>
          <a:prstGeom prst="rect">
            <a:avLst/>
          </a:prstGeom>
        </p:spPr>
      </p:pic>
      <p:pic>
        <p:nvPicPr>
          <p:cNvPr id="87" name="Graphique 86" descr="Graphique de tendance à la baisse avec un remplissage uni">
            <a:extLst>
              <a:ext uri="{FF2B5EF4-FFF2-40B4-BE49-F238E27FC236}">
                <a16:creationId xmlns:a16="http://schemas.microsoft.com/office/drawing/2014/main" id="{216CD2D3-1230-F153-37F6-24AA2779E7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60616" y="5391399"/>
            <a:ext cx="670133" cy="670133"/>
          </a:xfrm>
          <a:prstGeom prst="rect">
            <a:avLst/>
          </a:prstGeom>
        </p:spPr>
      </p:pic>
      <p:pic>
        <p:nvPicPr>
          <p:cNvPr id="89" name="Graphique 88" descr="Branché débranché avec un remplissage uni">
            <a:extLst>
              <a:ext uri="{FF2B5EF4-FFF2-40B4-BE49-F238E27FC236}">
                <a16:creationId xmlns:a16="http://schemas.microsoft.com/office/drawing/2014/main" id="{945F76F2-C687-8727-A8D2-9137EB972E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29600" y="5462649"/>
            <a:ext cx="556161" cy="556161"/>
          </a:xfrm>
          <a:prstGeom prst="rect">
            <a:avLst/>
          </a:prstGeom>
        </p:spPr>
      </p:pic>
      <p:sp>
        <p:nvSpPr>
          <p:cNvPr id="93" name="ZoneTexte 92">
            <a:extLst>
              <a:ext uri="{FF2B5EF4-FFF2-40B4-BE49-F238E27FC236}">
                <a16:creationId xmlns:a16="http://schemas.microsoft.com/office/drawing/2014/main" id="{823FD907-744E-1F4E-B7F3-B065CB66E692}"/>
              </a:ext>
            </a:extLst>
          </p:cNvPr>
          <p:cNvSpPr txBox="1"/>
          <p:nvPr/>
        </p:nvSpPr>
        <p:spPr>
          <a:xfrm>
            <a:off x="7665135" y="4842237"/>
            <a:ext cx="4292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900" i="1" noProof="0">
                <a:solidFill>
                  <a:srgbClr val="5A5369"/>
                </a:solidFill>
              </a:rPr>
              <a:t>Data Product dans </a:t>
            </a:r>
            <a:r>
              <a:rPr lang="fr-FR" sz="900" i="1" noProof="0" err="1">
                <a:solidFill>
                  <a:srgbClr val="5A5369"/>
                </a:solidFill>
              </a:rPr>
              <a:t>Snowflake</a:t>
            </a:r>
            <a:r>
              <a:rPr lang="fr-FR" sz="900" i="1" noProof="0">
                <a:solidFill>
                  <a:srgbClr val="5A5369"/>
                </a:solidFill>
              </a:rPr>
              <a:t> — vue de configuration</a:t>
            </a:r>
          </a:p>
        </p:txBody>
      </p:sp>
      <p:pic>
        <p:nvPicPr>
          <p:cNvPr id="90" name="Image 89">
            <a:extLst>
              <a:ext uri="{FF2B5EF4-FFF2-40B4-BE49-F238E27FC236}">
                <a16:creationId xmlns:a16="http://schemas.microsoft.com/office/drawing/2014/main" id="{E678FD25-4F5B-4560-848E-DB7F0D81E6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8157" y="1193800"/>
            <a:ext cx="4148667" cy="3682010"/>
          </a:xfrm>
          <a:prstGeom prst="rect">
            <a:avLst/>
          </a:prstGeom>
        </p:spPr>
      </p:pic>
      <p:sp>
        <p:nvSpPr>
          <p:cNvPr id="95" name="Ellipse 94">
            <a:extLst>
              <a:ext uri="{FF2B5EF4-FFF2-40B4-BE49-F238E27FC236}">
                <a16:creationId xmlns:a16="http://schemas.microsoft.com/office/drawing/2014/main" id="{BAC6A571-13E2-CF46-A9F7-BEDC7DDF0C35}"/>
              </a:ext>
            </a:extLst>
          </p:cNvPr>
          <p:cNvSpPr/>
          <p:nvPr/>
        </p:nvSpPr>
        <p:spPr>
          <a:xfrm>
            <a:off x="7803405" y="1016000"/>
            <a:ext cx="101600" cy="101600"/>
          </a:xfrm>
          <a:prstGeom prst="ellipse">
            <a:avLst/>
          </a:prstGeom>
          <a:solidFill>
            <a:srgbClr val="FF5F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 noProof="0"/>
          </a:p>
        </p:txBody>
      </p:sp>
      <p:sp>
        <p:nvSpPr>
          <p:cNvPr id="96" name="Ellipse 95">
            <a:extLst>
              <a:ext uri="{FF2B5EF4-FFF2-40B4-BE49-F238E27FC236}">
                <a16:creationId xmlns:a16="http://schemas.microsoft.com/office/drawing/2014/main" id="{C92AA935-BB16-1842-9B28-91E292F18617}"/>
              </a:ext>
            </a:extLst>
          </p:cNvPr>
          <p:cNvSpPr/>
          <p:nvPr/>
        </p:nvSpPr>
        <p:spPr>
          <a:xfrm>
            <a:off x="7981205" y="1016000"/>
            <a:ext cx="101600" cy="101600"/>
          </a:xfrm>
          <a:prstGeom prst="ellipse">
            <a:avLst/>
          </a:prstGeom>
          <a:solidFill>
            <a:srgbClr val="FEBC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 noProof="0"/>
          </a:p>
        </p:txBody>
      </p:sp>
      <p:sp>
        <p:nvSpPr>
          <p:cNvPr id="97" name="Ellipse 96">
            <a:extLst>
              <a:ext uri="{FF2B5EF4-FFF2-40B4-BE49-F238E27FC236}">
                <a16:creationId xmlns:a16="http://schemas.microsoft.com/office/drawing/2014/main" id="{6786A3C0-EDD7-8C42-9337-7C79335E947D}"/>
              </a:ext>
            </a:extLst>
          </p:cNvPr>
          <p:cNvSpPr/>
          <p:nvPr/>
        </p:nvSpPr>
        <p:spPr>
          <a:xfrm>
            <a:off x="8159005" y="1016000"/>
            <a:ext cx="101600" cy="101600"/>
          </a:xfrm>
          <a:prstGeom prst="ellipse">
            <a:avLst/>
          </a:prstGeom>
          <a:solidFill>
            <a:srgbClr val="28C8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 noProof="0"/>
          </a:p>
        </p:txBody>
      </p:sp>
      <p:sp>
        <p:nvSpPr>
          <p:cNvPr id="98" name="Rectangle : coins arrondis 97">
            <a:extLst>
              <a:ext uri="{FF2B5EF4-FFF2-40B4-BE49-F238E27FC236}">
                <a16:creationId xmlns:a16="http://schemas.microsoft.com/office/drawing/2014/main" id="{E6467884-6688-3745-8BAE-AA3C91487521}"/>
              </a:ext>
            </a:extLst>
          </p:cNvPr>
          <p:cNvSpPr/>
          <p:nvPr/>
        </p:nvSpPr>
        <p:spPr>
          <a:xfrm>
            <a:off x="8565405" y="977900"/>
            <a:ext cx="2540000" cy="177800"/>
          </a:xfrm>
          <a:prstGeom prst="roundRect">
            <a:avLst/>
          </a:prstGeom>
          <a:solidFill>
            <a:srgbClr val="3E385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800" noProof="0" err="1">
                <a:solidFill>
                  <a:schemeClr val="bg1">
                    <a:lumMod val="95000"/>
                  </a:schemeClr>
                </a:solidFill>
                <a:latin typeface="Montserrat"/>
                <a:cs typeface="Montserrat"/>
              </a:rPr>
              <a:t>kpc.data-product</a:t>
            </a:r>
            <a:endParaRPr lang="fr-FR" sz="800" noProof="0">
              <a:solidFill>
                <a:schemeClr val="bg1">
                  <a:lumMod val="95000"/>
                </a:schemeClr>
              </a:solidFill>
              <a:latin typeface="Montserrat"/>
              <a:cs typeface="Montserrat"/>
            </a:endParaRPr>
          </a:p>
        </p:txBody>
      </p:sp>
      <p:sp>
        <p:nvSpPr>
          <p:cNvPr id="5" name="Shape 164">
            <a:extLst>
              <a:ext uri="{FF2B5EF4-FFF2-40B4-BE49-F238E27FC236}">
                <a16:creationId xmlns:a16="http://schemas.microsoft.com/office/drawing/2014/main" id="{A82C6940-3538-9F9D-B015-C24F772BEE82}"/>
              </a:ext>
            </a:extLst>
          </p:cNvPr>
          <p:cNvSpPr/>
          <p:nvPr/>
        </p:nvSpPr>
        <p:spPr>
          <a:xfrm>
            <a:off x="2870200" y="6364683"/>
            <a:ext cx="5833533" cy="43200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9050">
            <a:solidFill>
              <a:srgbClr val="F97316"/>
            </a:solidFill>
            <a:prstDash val="dash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0" name="Text 167">
            <a:extLst>
              <a:ext uri="{FF2B5EF4-FFF2-40B4-BE49-F238E27FC236}">
                <a16:creationId xmlns:a16="http://schemas.microsoft.com/office/drawing/2014/main" id="{F8F1A7A6-BD93-C090-60C8-718867227903}"/>
              </a:ext>
            </a:extLst>
          </p:cNvPr>
          <p:cNvSpPr/>
          <p:nvPr/>
        </p:nvSpPr>
        <p:spPr>
          <a:xfrm>
            <a:off x="3886369" y="6470463"/>
            <a:ext cx="2595740" cy="2035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600" b="1" noProof="0" dirty="0">
                <a:solidFill>
                  <a:srgbClr val="E8792F"/>
                </a:solidFill>
                <a:latin typeface="Montserrat" pitchFamily="34" charset="0"/>
                <a:ea typeface="Calibri" pitchFamily="34" charset="-122"/>
                <a:cs typeface="Montserrat" pitchFamily="34" charset="-120"/>
              </a:rPr>
              <a:t>POC</a:t>
            </a:r>
            <a:r>
              <a:rPr lang="fr-FR" sz="1100" b="1" noProof="0" dirty="0">
                <a:solidFill>
                  <a:srgbClr val="0F172A"/>
                </a:solidFill>
                <a:latin typeface="Montserrat" pitchFamily="34" charset="0"/>
                <a:ea typeface="Calibri" pitchFamily="34" charset="-122"/>
                <a:cs typeface="Montserrat" pitchFamily="34" charset="-120"/>
              </a:rPr>
              <a:t> sur les données « Absence » </a:t>
            </a:r>
            <a:endParaRPr lang="fr-FR" sz="1100" noProof="0" dirty="0"/>
          </a:p>
        </p:txBody>
      </p:sp>
      <p:sp>
        <p:nvSpPr>
          <p:cNvPr id="30" name="Text 168">
            <a:extLst>
              <a:ext uri="{FF2B5EF4-FFF2-40B4-BE49-F238E27FC236}">
                <a16:creationId xmlns:a16="http://schemas.microsoft.com/office/drawing/2014/main" id="{D7C889E1-7486-BD03-BD17-D47A388FB796}"/>
              </a:ext>
            </a:extLst>
          </p:cNvPr>
          <p:cNvSpPr/>
          <p:nvPr/>
        </p:nvSpPr>
        <p:spPr>
          <a:xfrm>
            <a:off x="6614145" y="6443397"/>
            <a:ext cx="201899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475569"/>
                </a:solidFill>
                <a:latin typeface="Montserrat"/>
                <a:ea typeface="Calibri"/>
                <a:cs typeface="Montserrat"/>
              </a:rPr>
              <a:t>DP</a:t>
            </a:r>
            <a:r>
              <a:rPr lang="fr-FR" sz="1000" noProof="0" dirty="0">
                <a:solidFill>
                  <a:srgbClr val="475569"/>
                </a:solidFill>
                <a:latin typeface="Montserrat"/>
                <a:ea typeface="Calibri"/>
                <a:cs typeface="Montserrat"/>
              </a:rPr>
              <a:t> + Sharing + </a:t>
            </a:r>
            <a:r>
              <a:rPr lang="fr-FR" sz="1000" noProof="0" dirty="0" err="1">
                <a:solidFill>
                  <a:srgbClr val="475569"/>
                </a:solidFill>
                <a:latin typeface="Montserrat"/>
                <a:ea typeface="Calibri"/>
                <a:cs typeface="Montserrat"/>
              </a:rPr>
              <a:t>Streamlit</a:t>
            </a:r>
            <a:r>
              <a:rPr lang="fr-FR" sz="1000" noProof="0" dirty="0">
                <a:solidFill>
                  <a:srgbClr val="475569"/>
                </a:solidFill>
                <a:latin typeface="Montserrat"/>
                <a:ea typeface="Calibri"/>
                <a:cs typeface="Montserrat"/>
              </a:rPr>
              <a:t> / </a:t>
            </a:r>
            <a:r>
              <a:rPr lang="fr-FR" sz="1000" b="1" noProof="0" dirty="0">
                <a:solidFill>
                  <a:srgbClr val="475569"/>
                </a:solidFill>
                <a:latin typeface="Montserrat"/>
                <a:ea typeface="Calibri"/>
                <a:cs typeface="Montserrat"/>
              </a:rPr>
              <a:t>IA</a:t>
            </a:r>
            <a:endParaRPr lang="fr-FR" sz="1000" b="1" noProof="0" dirty="0"/>
          </a:p>
        </p:txBody>
      </p:sp>
      <p:pic>
        <p:nvPicPr>
          <p:cNvPr id="4" name="Image 3" descr="Poc Proof Concept Acronym Business Concept Stock Vector (Royalty Free)  2027750357 | Shutterstock">
            <a:extLst>
              <a:ext uri="{FF2B5EF4-FFF2-40B4-BE49-F238E27FC236}">
                <a16:creationId xmlns:a16="http://schemas.microsoft.com/office/drawing/2014/main" id="{7F8A80B4-E57A-094B-29AC-20FB27E7DD7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6825" b="12153"/>
          <a:stretch/>
        </p:blipFill>
        <p:spPr>
          <a:xfrm>
            <a:off x="3111084" y="6373126"/>
            <a:ext cx="473926" cy="415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294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CECBB-4F84-1796-0D5A-E3371ED78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F7828B22-BFB3-FE7F-83F0-00340C0B97E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8582" y="51454"/>
            <a:ext cx="7059174" cy="760021"/>
          </a:xfrm>
        </p:spPr>
        <p:txBody>
          <a:bodyPr/>
          <a:lstStyle/>
          <a:p>
            <a:pPr algn="ctr"/>
            <a:r>
              <a:rPr lang="fr-FR" b="1" noProof="0">
                <a:latin typeface="Montserrat"/>
              </a:rPr>
              <a:t>Data Gouvernance – </a:t>
            </a:r>
            <a:r>
              <a:rPr lang="fr-FR" b="1" noProof="0">
                <a:solidFill>
                  <a:srgbClr val="FE6800"/>
                </a:solidFill>
                <a:latin typeface="Montserrat" pitchFamily="34" charset="0"/>
                <a:ea typeface="Consolas" pitchFamily="34" charset="-122"/>
                <a:cs typeface="Montserrat" pitchFamily="34" charset="-120"/>
              </a:rPr>
              <a:t>Par où commencer chez Ynov ?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055986F-0909-9440-83FE-5494C8743AFC}"/>
              </a:ext>
            </a:extLst>
          </p:cNvPr>
          <p:cNvSpPr txBox="1"/>
          <p:nvPr/>
        </p:nvSpPr>
        <p:spPr>
          <a:xfrm>
            <a:off x="4602772" y="1006597"/>
            <a:ext cx="2986455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noProof="0">
                <a:solidFill>
                  <a:srgbClr val="8B8699"/>
                </a:solidFill>
              </a:rPr>
              <a:t>4 sujets à cadrer ensemble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F5C0D429-3740-594C-A6CB-C1B85A31153E}"/>
              </a:ext>
            </a:extLst>
          </p:cNvPr>
          <p:cNvSpPr/>
          <p:nvPr/>
        </p:nvSpPr>
        <p:spPr>
          <a:xfrm>
            <a:off x="4710032" y="2705513"/>
            <a:ext cx="2722304" cy="2573035"/>
          </a:xfrm>
          <a:prstGeom prst="ellipse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r>
              <a:rPr lang="fr-FR" sz="1400" b="1" noProof="0">
                <a:solidFill>
                  <a:schemeClr val="bg1"/>
                </a:solidFill>
              </a:rPr>
              <a:t>Data Gouvernance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238B4F1D-C96E-AB4A-9FA3-DFCC95FEB412}"/>
              </a:ext>
            </a:extLst>
          </p:cNvPr>
          <p:cNvSpPr/>
          <p:nvPr/>
        </p:nvSpPr>
        <p:spPr>
          <a:xfrm>
            <a:off x="1741068" y="1816513"/>
            <a:ext cx="3810000" cy="1651000"/>
          </a:xfrm>
          <a:prstGeom prst="roundRect">
            <a:avLst/>
          </a:prstGeom>
          <a:solidFill>
            <a:srgbClr val="FFF4EC"/>
          </a:solidFill>
          <a:ln w="19050" cap="flat" cmpd="sng" algn="ctr">
            <a:solidFill>
              <a:srgbClr val="FE6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 noProof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5DF79EA-EBA5-8A48-8196-662A42EC4480}"/>
              </a:ext>
            </a:extLst>
          </p:cNvPr>
          <p:cNvSpPr txBox="1"/>
          <p:nvPr/>
        </p:nvSpPr>
        <p:spPr>
          <a:xfrm>
            <a:off x="2350667" y="1994313"/>
            <a:ext cx="2971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000" b="1" noProof="0">
                <a:solidFill>
                  <a:srgbClr val="160D3D"/>
                </a:solidFill>
              </a:rPr>
              <a:t>Rôles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3AA0635-20B4-F74A-9D23-B244236E8157}"/>
              </a:ext>
            </a:extLst>
          </p:cNvPr>
          <p:cNvSpPr txBox="1"/>
          <p:nvPr/>
        </p:nvSpPr>
        <p:spPr>
          <a:xfrm>
            <a:off x="1969668" y="2349913"/>
            <a:ext cx="3352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i="1" noProof="0">
                <a:solidFill>
                  <a:srgbClr val="FE6800"/>
                </a:solidFill>
              </a:rPr>
              <a:t>Qui fait quoi ?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B0F685E-39C6-834A-AB6F-71003136B890}"/>
              </a:ext>
            </a:extLst>
          </p:cNvPr>
          <p:cNvSpPr txBox="1"/>
          <p:nvPr/>
        </p:nvSpPr>
        <p:spPr>
          <a:xfrm>
            <a:off x="1969668" y="2705513"/>
            <a:ext cx="33528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noProof="0">
                <a:solidFill>
                  <a:srgbClr val="160D3D"/>
                </a:solidFill>
              </a:rPr>
              <a:t>Un référent data par domaine métier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E95C9662-E17E-CF4D-AAFA-09ADF5AAAC57}"/>
              </a:ext>
            </a:extLst>
          </p:cNvPr>
          <p:cNvSpPr/>
          <p:nvPr/>
        </p:nvSpPr>
        <p:spPr>
          <a:xfrm>
            <a:off x="6591300" y="1810204"/>
            <a:ext cx="3810000" cy="1651000"/>
          </a:xfrm>
          <a:prstGeom prst="roundRect">
            <a:avLst/>
          </a:prstGeom>
          <a:solidFill>
            <a:srgbClr val="FFF4EC"/>
          </a:solidFill>
          <a:ln w="19050" cap="flat" cmpd="sng" algn="ctr">
            <a:solidFill>
              <a:srgbClr val="FE6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 noProof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475ECC2-8B86-B546-B6AA-1D0B6CB30A45}"/>
              </a:ext>
            </a:extLst>
          </p:cNvPr>
          <p:cNvSpPr txBox="1"/>
          <p:nvPr/>
        </p:nvSpPr>
        <p:spPr>
          <a:xfrm>
            <a:off x="7200900" y="1978379"/>
            <a:ext cx="2971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000" b="1" noProof="0">
                <a:solidFill>
                  <a:srgbClr val="160D3D"/>
                </a:solidFill>
              </a:rPr>
              <a:t>Qualité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D39CE59-5388-1D42-8CB5-77DC871D0A57}"/>
              </a:ext>
            </a:extLst>
          </p:cNvPr>
          <p:cNvSpPr txBox="1"/>
          <p:nvPr/>
        </p:nvSpPr>
        <p:spPr>
          <a:xfrm>
            <a:off x="6819900" y="2333979"/>
            <a:ext cx="3352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i="1" noProof="0">
                <a:solidFill>
                  <a:srgbClr val="FE6800"/>
                </a:solidFill>
              </a:rPr>
              <a:t>Des données fiables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5D4A556-264C-7143-B366-81FCE4D3EFA8}"/>
              </a:ext>
            </a:extLst>
          </p:cNvPr>
          <p:cNvSpPr txBox="1"/>
          <p:nvPr/>
        </p:nvSpPr>
        <p:spPr>
          <a:xfrm>
            <a:off x="6819900" y="2689579"/>
            <a:ext cx="33528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noProof="0">
                <a:solidFill>
                  <a:srgbClr val="160D3D"/>
                </a:solidFill>
              </a:rPr>
              <a:t>Se concentrer sur les données critiques.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76941788-D7F7-564F-8DA6-173D0A485F86}"/>
              </a:ext>
            </a:extLst>
          </p:cNvPr>
          <p:cNvSpPr/>
          <p:nvPr/>
        </p:nvSpPr>
        <p:spPr>
          <a:xfrm>
            <a:off x="1741068" y="4533156"/>
            <a:ext cx="3810000" cy="1651000"/>
          </a:xfrm>
          <a:prstGeom prst="roundRect">
            <a:avLst/>
          </a:prstGeom>
          <a:solidFill>
            <a:srgbClr val="FFF4EC"/>
          </a:solidFill>
          <a:ln w="19050" cap="flat" cmpd="sng" algn="ctr">
            <a:solidFill>
              <a:srgbClr val="FE6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 noProof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BED5CB4-18C4-1845-B1EC-DCF40970FE17}"/>
              </a:ext>
            </a:extLst>
          </p:cNvPr>
          <p:cNvSpPr txBox="1"/>
          <p:nvPr/>
        </p:nvSpPr>
        <p:spPr>
          <a:xfrm>
            <a:off x="2350667" y="4710956"/>
            <a:ext cx="2971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000" b="1" noProof="0">
                <a:solidFill>
                  <a:srgbClr val="160D3D"/>
                </a:solidFill>
              </a:rPr>
              <a:t>Usages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4083F9D1-82A5-D74A-924A-B3B348462EDA}"/>
              </a:ext>
            </a:extLst>
          </p:cNvPr>
          <p:cNvSpPr txBox="1"/>
          <p:nvPr/>
        </p:nvSpPr>
        <p:spPr>
          <a:xfrm>
            <a:off x="1969668" y="5066556"/>
            <a:ext cx="3352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i="1" noProof="0">
                <a:solidFill>
                  <a:srgbClr val="FE6800"/>
                </a:solidFill>
              </a:rPr>
              <a:t>Pour quoi faire ?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EE2C32D8-6B06-3644-A287-3E767117D1A3}"/>
              </a:ext>
            </a:extLst>
          </p:cNvPr>
          <p:cNvSpPr txBox="1"/>
          <p:nvPr/>
        </p:nvSpPr>
        <p:spPr>
          <a:xfrm>
            <a:off x="1969668" y="5422156"/>
            <a:ext cx="33528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noProof="0">
                <a:solidFill>
                  <a:srgbClr val="160D3D"/>
                </a:solidFill>
              </a:rPr>
              <a:t>Partir des cas d'usage concrets qui apportent de la valeur rapidement.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6672B983-6813-B94B-B6D3-828A7BDE7695}"/>
              </a:ext>
            </a:extLst>
          </p:cNvPr>
          <p:cNvSpPr/>
          <p:nvPr/>
        </p:nvSpPr>
        <p:spPr>
          <a:xfrm>
            <a:off x="6591300" y="4533156"/>
            <a:ext cx="3810000" cy="1651000"/>
          </a:xfrm>
          <a:prstGeom prst="roundRect">
            <a:avLst/>
          </a:prstGeom>
          <a:solidFill>
            <a:srgbClr val="FFF4EC"/>
          </a:solidFill>
          <a:ln w="19050" cap="flat" cmpd="sng" algn="ctr">
            <a:solidFill>
              <a:srgbClr val="FE6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 noProof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5938DE34-F310-4049-B8A4-085B826D1551}"/>
              </a:ext>
            </a:extLst>
          </p:cNvPr>
          <p:cNvSpPr txBox="1"/>
          <p:nvPr/>
        </p:nvSpPr>
        <p:spPr>
          <a:xfrm>
            <a:off x="7200900" y="4710956"/>
            <a:ext cx="2971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000" b="1" noProof="0">
                <a:solidFill>
                  <a:srgbClr val="160D3D"/>
                </a:solidFill>
              </a:rPr>
              <a:t>Outils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B22B3B34-ABFF-AF41-AB93-F457F50148B0}"/>
              </a:ext>
            </a:extLst>
          </p:cNvPr>
          <p:cNvSpPr txBox="1"/>
          <p:nvPr/>
        </p:nvSpPr>
        <p:spPr>
          <a:xfrm>
            <a:off x="6819900" y="5066556"/>
            <a:ext cx="3352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i="1" noProof="0">
                <a:solidFill>
                  <a:srgbClr val="FE6800"/>
                </a:solidFill>
              </a:rPr>
              <a:t>Simple &amp; sécurisé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F74ACC33-ED0D-0445-B727-050107002A0A}"/>
              </a:ext>
            </a:extLst>
          </p:cNvPr>
          <p:cNvSpPr txBox="1"/>
          <p:nvPr/>
        </p:nvSpPr>
        <p:spPr>
          <a:xfrm>
            <a:off x="6819900" y="5422156"/>
            <a:ext cx="33528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noProof="0">
                <a:solidFill>
                  <a:srgbClr val="160D3D"/>
                </a:solidFill>
              </a:rPr>
              <a:t>S'appuyer sur l'existant.</a:t>
            </a:r>
          </a:p>
        </p:txBody>
      </p:sp>
      <p:pic>
        <p:nvPicPr>
          <p:cNvPr id="1026" name="Picture 2" descr="Data Governance Icons - Free SVG &amp; PNG Data Governance Images - Noun Project">
            <a:extLst>
              <a:ext uri="{FF2B5EF4-FFF2-40B4-BE49-F238E27FC236}">
                <a16:creationId xmlns:a16="http://schemas.microsoft.com/office/drawing/2014/main" id="{8A708E6F-55DD-CB2B-FB71-77DFB0C6EC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8703" y="3324579"/>
            <a:ext cx="504961" cy="504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Graphic 1027" descr="Icône Rôl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65379" y="2032083"/>
            <a:ext cx="279400" cy="279400"/>
          </a:xfrm>
          <a:prstGeom prst="rect">
            <a:avLst/>
          </a:prstGeom>
        </p:spPr>
      </p:pic>
      <p:pic>
        <p:nvPicPr>
          <p:cNvPr id="1028" name="Graphic 1028" descr="Icône Qualité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19900" y="2016314"/>
            <a:ext cx="279400" cy="279400"/>
          </a:xfrm>
          <a:prstGeom prst="rect">
            <a:avLst/>
          </a:prstGeom>
        </p:spPr>
      </p:pic>
      <p:pic>
        <p:nvPicPr>
          <p:cNvPr id="1029" name="Graphic 1029" descr="Icône Usag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65379" y="4749056"/>
            <a:ext cx="279400" cy="279400"/>
          </a:xfrm>
          <a:prstGeom prst="rect">
            <a:avLst/>
          </a:prstGeom>
        </p:spPr>
      </p:pic>
      <p:pic>
        <p:nvPicPr>
          <p:cNvPr id="1030" name="Graphic 1030" descr="Icône Outil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19900" y="4749056"/>
            <a:ext cx="279400" cy="279400"/>
          </a:xfrm>
          <a:prstGeom prst="rect">
            <a:avLst/>
          </a:prstGeom>
        </p:spPr>
      </p:pic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1206A315-7C48-462A-1D42-5B5485B9C219}"/>
              </a:ext>
            </a:extLst>
          </p:cNvPr>
          <p:cNvCxnSpPr>
            <a:cxnSpLocks/>
          </p:cNvCxnSpPr>
          <p:nvPr/>
        </p:nvCxnSpPr>
        <p:spPr>
          <a:xfrm flipV="1">
            <a:off x="3073798" y="1193586"/>
            <a:ext cx="1528974" cy="10166"/>
          </a:xfrm>
          <a:prstGeom prst="line">
            <a:avLst/>
          </a:prstGeom>
          <a:ln>
            <a:solidFill>
              <a:schemeClr val="accent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F162622A-0833-FBA5-5785-30535E8B7F83}"/>
              </a:ext>
            </a:extLst>
          </p:cNvPr>
          <p:cNvCxnSpPr>
            <a:cxnSpLocks/>
          </p:cNvCxnSpPr>
          <p:nvPr/>
        </p:nvCxnSpPr>
        <p:spPr>
          <a:xfrm>
            <a:off x="7520146" y="1202053"/>
            <a:ext cx="1510070" cy="0"/>
          </a:xfrm>
          <a:prstGeom prst="line">
            <a:avLst/>
          </a:prstGeom>
          <a:ln>
            <a:solidFill>
              <a:schemeClr val="accent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FFDFE3B9-8F7B-BAFC-E2EB-C1A89DB83293}"/>
              </a:ext>
            </a:extLst>
          </p:cNvPr>
          <p:cNvCxnSpPr>
            <a:cxnSpLocks/>
          </p:cNvCxnSpPr>
          <p:nvPr/>
        </p:nvCxnSpPr>
        <p:spPr>
          <a:xfrm>
            <a:off x="9027174" y="1193586"/>
            <a:ext cx="0" cy="531017"/>
          </a:xfrm>
          <a:prstGeom prst="line">
            <a:avLst/>
          </a:prstGeom>
          <a:ln>
            <a:solidFill>
              <a:schemeClr val="accent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91B1C6A2-E45A-53F9-4591-1A760811EE75}"/>
              </a:ext>
            </a:extLst>
          </p:cNvPr>
          <p:cNvCxnSpPr>
            <a:cxnSpLocks/>
          </p:cNvCxnSpPr>
          <p:nvPr/>
        </p:nvCxnSpPr>
        <p:spPr>
          <a:xfrm>
            <a:off x="3083058" y="1202053"/>
            <a:ext cx="0" cy="531017"/>
          </a:xfrm>
          <a:prstGeom prst="line">
            <a:avLst/>
          </a:prstGeom>
          <a:ln>
            <a:solidFill>
              <a:schemeClr val="accent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0D1102FA-F56B-8945-A707-DC08E4475987}"/>
              </a:ext>
            </a:extLst>
          </p:cNvPr>
          <p:cNvCxnSpPr>
            <a:cxnSpLocks/>
          </p:cNvCxnSpPr>
          <p:nvPr/>
        </p:nvCxnSpPr>
        <p:spPr>
          <a:xfrm>
            <a:off x="3071900" y="3593554"/>
            <a:ext cx="0" cy="838002"/>
          </a:xfrm>
          <a:prstGeom prst="line">
            <a:avLst/>
          </a:prstGeom>
          <a:ln>
            <a:solidFill>
              <a:schemeClr val="accent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7488F1A7-FA87-0CFC-B41B-68FEF8739794}"/>
              </a:ext>
            </a:extLst>
          </p:cNvPr>
          <p:cNvCxnSpPr>
            <a:cxnSpLocks/>
          </p:cNvCxnSpPr>
          <p:nvPr/>
        </p:nvCxnSpPr>
        <p:spPr>
          <a:xfrm>
            <a:off x="9027174" y="3593554"/>
            <a:ext cx="0" cy="838002"/>
          </a:xfrm>
          <a:prstGeom prst="line">
            <a:avLst/>
          </a:prstGeom>
          <a:ln>
            <a:solidFill>
              <a:schemeClr val="accent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9CE6B578-EFF1-B898-B65E-0F6815B95CE4}"/>
              </a:ext>
            </a:extLst>
          </p:cNvPr>
          <p:cNvCxnSpPr>
            <a:cxnSpLocks/>
          </p:cNvCxnSpPr>
          <p:nvPr/>
        </p:nvCxnSpPr>
        <p:spPr>
          <a:xfrm flipH="1">
            <a:off x="5636012" y="5608084"/>
            <a:ext cx="863848" cy="0"/>
          </a:xfrm>
          <a:prstGeom prst="line">
            <a:avLst/>
          </a:prstGeom>
          <a:ln>
            <a:solidFill>
              <a:schemeClr val="accent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0452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8">
            <a:extLst>
              <a:ext uri="{FF2B5EF4-FFF2-40B4-BE49-F238E27FC236}">
                <a16:creationId xmlns:a16="http://schemas.microsoft.com/office/drawing/2014/main" id="{3ED5F0BF-A421-0AF8-3E7D-A344774ADCAC}"/>
              </a:ext>
            </a:extLst>
          </p:cNvPr>
          <p:cNvSpPr txBox="1">
            <a:spLocks/>
          </p:cNvSpPr>
          <p:nvPr/>
        </p:nvSpPr>
        <p:spPr>
          <a:xfrm>
            <a:off x="375563" y="5433966"/>
            <a:ext cx="4573509" cy="2951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1600" b="0" i="1" kern="1200" cap="none" spc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"/>
                <a:ea typeface="+mn-ea"/>
                <a:cs typeface="Montserrat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400" b="0" kern="120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"/>
                <a:ea typeface="+mn-ea"/>
                <a:cs typeface="Montserrat"/>
              </a:defRPr>
            </a:lvl2pPr>
            <a:lvl3pPr marL="72000" indent="1714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050" b="0" kern="120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"/>
                <a:ea typeface="+mn-ea"/>
                <a:cs typeface="Montserrat"/>
              </a:defRPr>
            </a:lvl3pPr>
            <a:lvl4pPr marL="180000" indent="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000" b="0" kern="120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"/>
                <a:ea typeface="+mn-ea"/>
                <a:cs typeface="Montserrat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200" b="0" kern="120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"/>
                <a:ea typeface="+mn-ea"/>
                <a:cs typeface="Montserra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fr-FR" sz="900" i="0" noProof="0">
                <a:solidFill>
                  <a:schemeClr val="bg1"/>
                </a:solidFill>
                <a:latin typeface="Montserrat" panose="020B0004020202020204" pitchFamily="34" charset="0"/>
              </a:rPr>
              <a:t>PARIS | LYON | MARSEILLE | BORDEAUX | TOULOUSE | NICE | MONTPELLIER | NANTES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900" b="1" i="0" noProof="0">
                <a:solidFill>
                  <a:schemeClr val="bg1"/>
                </a:solidFill>
                <a:latin typeface="Montserrat" panose="020B0004020202020204" pitchFamily="34" charset="0"/>
              </a:rPr>
              <a:t>FRANCE</a:t>
            </a:r>
            <a:r>
              <a:rPr lang="fr-FR" sz="900" i="0" noProof="0">
                <a:solidFill>
                  <a:schemeClr val="bg1"/>
                </a:solidFill>
                <a:latin typeface="Montserrat" panose="020B0004020202020204" pitchFamily="34" charset="0"/>
              </a:rPr>
              <a:t>🇫🇷 | </a:t>
            </a:r>
            <a:r>
              <a:rPr lang="fr-FR" sz="900" b="1" i="0" noProof="0">
                <a:solidFill>
                  <a:schemeClr val="bg1"/>
                </a:solidFill>
                <a:latin typeface="Montserrat" panose="020B0004020202020204" pitchFamily="34" charset="0"/>
              </a:rPr>
              <a:t>CANADA</a:t>
            </a:r>
            <a:r>
              <a:rPr lang="fr-FR" sz="900" i="0" noProof="0">
                <a:solidFill>
                  <a:schemeClr val="bg1"/>
                </a:solidFill>
                <a:latin typeface="Montserrat" panose="020B0004020202020204" pitchFamily="34" charset="0"/>
              </a:rPr>
              <a:t>🇨🇦 | </a:t>
            </a:r>
            <a:r>
              <a:rPr lang="fr-FR" sz="900" b="1" i="0" noProof="0">
                <a:solidFill>
                  <a:schemeClr val="bg1"/>
                </a:solidFill>
                <a:latin typeface="Montserrat" panose="020B0004020202020204" pitchFamily="34" charset="0"/>
              </a:rPr>
              <a:t>POLOGNE</a:t>
            </a:r>
            <a:r>
              <a:rPr lang="fr-FR" sz="900" i="0" noProof="0">
                <a:solidFill>
                  <a:schemeClr val="bg1"/>
                </a:solidFill>
                <a:latin typeface="Montserrat" panose="020B0004020202020204" pitchFamily="34" charset="0"/>
              </a:rPr>
              <a:t>🇵🇱 | </a:t>
            </a:r>
            <a:r>
              <a:rPr lang="fr-FR" sz="900" b="1" i="0" noProof="0">
                <a:solidFill>
                  <a:schemeClr val="bg1"/>
                </a:solidFill>
                <a:latin typeface="Montserrat" panose="020B0004020202020204" pitchFamily="34" charset="0"/>
              </a:rPr>
              <a:t>PHILIPPINES🇵🇭 </a:t>
            </a:r>
            <a:r>
              <a:rPr lang="fr-FR" sz="900" i="0" noProof="0">
                <a:solidFill>
                  <a:schemeClr val="bg1"/>
                </a:solidFill>
                <a:latin typeface="Montserrat" panose="020B0004020202020204" pitchFamily="34" charset="0"/>
              </a:rPr>
              <a:t>| </a:t>
            </a:r>
            <a:r>
              <a:rPr lang="fr-FR" sz="900" b="1" i="0" noProof="0">
                <a:solidFill>
                  <a:schemeClr val="bg1"/>
                </a:solidFill>
                <a:latin typeface="Montserrat" panose="020B0004020202020204" pitchFamily="34" charset="0"/>
              </a:rPr>
              <a:t>MADAGASCAR🇲🇬</a:t>
            </a:r>
            <a:endParaRPr lang="fr-FR" sz="900" i="0" noProof="0">
              <a:solidFill>
                <a:schemeClr val="bg1"/>
              </a:solidFill>
              <a:latin typeface="Montserrat" panose="020B0004020202020204" pitchFamily="34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4DF7012-EF5F-83D5-D400-2C70BB712DD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7988" y="4320653"/>
            <a:ext cx="1097249" cy="514203"/>
          </a:xfrm>
          <a:prstGeom prst="rect">
            <a:avLst/>
          </a:prstGeom>
        </p:spPr>
      </p:pic>
      <p:pic>
        <p:nvPicPr>
          <p:cNvPr id="4" name="Image 3" descr="Une image contenant logo, symbole, Police, Graphique&#10;&#10;Description générée automatiquement">
            <a:extLst>
              <a:ext uri="{FF2B5EF4-FFF2-40B4-BE49-F238E27FC236}">
                <a16:creationId xmlns:a16="http://schemas.microsoft.com/office/drawing/2014/main" id="{071A29C7-076D-D5AA-B980-8AC3BF70F79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341" y="5833122"/>
            <a:ext cx="295179" cy="29517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566B4C8-371E-2C71-836B-1DB940F73B05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1047" y="5833124"/>
            <a:ext cx="295179" cy="295179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B9498B94-D7CB-8625-545A-1509F9769DC8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0950" y="5833123"/>
            <a:ext cx="295179" cy="295179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CFB3C1DA-D273-678B-F504-5C73DDA25B7A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26018" y="5833122"/>
            <a:ext cx="295179" cy="295179"/>
          </a:xfrm>
          <a:prstGeom prst="rect">
            <a:avLst/>
          </a:prstGeom>
        </p:spPr>
      </p:pic>
      <p:sp>
        <p:nvSpPr>
          <p:cNvPr id="10" name="Espace réservé du texte 18">
            <a:extLst>
              <a:ext uri="{FF2B5EF4-FFF2-40B4-BE49-F238E27FC236}">
                <a16:creationId xmlns:a16="http://schemas.microsoft.com/office/drawing/2014/main" id="{FA8AE5E1-1178-E14E-8935-CE5872C048FD}"/>
              </a:ext>
            </a:extLst>
          </p:cNvPr>
          <p:cNvSpPr txBox="1">
            <a:spLocks/>
          </p:cNvSpPr>
          <p:nvPr/>
        </p:nvSpPr>
        <p:spPr>
          <a:xfrm>
            <a:off x="381707" y="4947136"/>
            <a:ext cx="4342871" cy="1580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1600" b="0" i="1" kern="1200" cap="none" spc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"/>
                <a:ea typeface="+mn-ea"/>
                <a:cs typeface="Montserrat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400" b="0" kern="120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"/>
                <a:ea typeface="+mn-ea"/>
                <a:cs typeface="Montserrat"/>
              </a:defRPr>
            </a:lvl2pPr>
            <a:lvl3pPr marL="72000" indent="1714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050" b="0" kern="120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"/>
                <a:ea typeface="+mn-ea"/>
                <a:cs typeface="Montserrat"/>
              </a:defRPr>
            </a:lvl3pPr>
            <a:lvl4pPr marL="180000" indent="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000" b="0" kern="120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"/>
                <a:ea typeface="+mn-ea"/>
                <a:cs typeface="Montserrat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200" b="0" kern="120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"/>
                <a:ea typeface="+mn-ea"/>
                <a:cs typeface="Montserra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9pPr>
          </a:lstStyle>
          <a:p>
            <a:pPr algn="l"/>
            <a:r>
              <a:rPr lang="fr-FR" sz="1200" i="0" noProof="0">
                <a:solidFill>
                  <a:schemeClr val="bg1"/>
                </a:solidFill>
                <a:latin typeface="Montserrat" panose="020B0004020202020204" pitchFamily="34" charset="0"/>
              </a:rPr>
              <a:t>www.kpcgroup.fr</a:t>
            </a:r>
          </a:p>
        </p:txBody>
      </p:sp>
      <p:sp>
        <p:nvSpPr>
          <p:cNvPr id="6" name="Titre 3">
            <a:extLst>
              <a:ext uri="{FF2B5EF4-FFF2-40B4-BE49-F238E27FC236}">
                <a16:creationId xmlns:a16="http://schemas.microsoft.com/office/drawing/2014/main" id="{3A29622F-E2C0-C676-E517-1D6B4380D620}"/>
              </a:ext>
            </a:extLst>
          </p:cNvPr>
          <p:cNvSpPr txBox="1">
            <a:spLocks/>
          </p:cNvSpPr>
          <p:nvPr/>
        </p:nvSpPr>
        <p:spPr>
          <a:xfrm>
            <a:off x="407988" y="1059255"/>
            <a:ext cx="11376023" cy="482651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Montserrat" panose="00000800000000000000" pitchFamily="50" charset="0"/>
                <a:ea typeface="+mj-ea"/>
                <a:cs typeface="Montserrat"/>
              </a:defRPr>
            </a:lvl1pPr>
          </a:lstStyle>
          <a:p>
            <a:pPr algn="ctr">
              <a:lnSpc>
                <a:spcPts val="7500"/>
              </a:lnSpc>
            </a:pPr>
            <a:r>
              <a:rPr lang="fr-FR" sz="8800" b="1" noProof="0">
                <a:solidFill>
                  <a:schemeClr val="bg1"/>
                </a:solidFill>
                <a:latin typeface="Montserrat" panose="02010803020104030203" pitchFamily="2" charset="-79"/>
              </a:rPr>
              <a:t>Merci !</a:t>
            </a:r>
          </a:p>
        </p:txBody>
      </p:sp>
    </p:spTree>
    <p:extLst>
      <p:ext uri="{BB962C8B-B14F-4D97-AF65-F5344CB8AC3E}">
        <p14:creationId xmlns:p14="http://schemas.microsoft.com/office/powerpoint/2010/main" val="126106834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 [1777302213082]">
  <a:themeElements>
    <a:clrScheme name="Personnalisé 6">
      <a:dk1>
        <a:srgbClr val="160D3D"/>
      </a:dk1>
      <a:lt1>
        <a:srgbClr val="FFFFFF"/>
      </a:lt1>
      <a:dk2>
        <a:srgbClr val="160D3D"/>
      </a:dk2>
      <a:lt2>
        <a:srgbClr val="E8E8E8"/>
      </a:lt2>
      <a:accent1>
        <a:srgbClr val="320CC9"/>
      </a:accent1>
      <a:accent2>
        <a:srgbClr val="FF660D"/>
      </a:accent2>
      <a:accent3>
        <a:srgbClr val="EFD3B9"/>
      </a:accent3>
      <a:accent4>
        <a:srgbClr val="ECA8A6"/>
      </a:accent4>
      <a:accent5>
        <a:srgbClr val="373AA0"/>
      </a:accent5>
      <a:accent6>
        <a:srgbClr val="A6EAC0"/>
      </a:accent6>
      <a:hlink>
        <a:srgbClr val="FF7F00"/>
      </a:hlink>
      <a:folHlink>
        <a:srgbClr val="FFE1BF"/>
      </a:folHlink>
    </a:clrScheme>
    <a:fontScheme name="KPC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6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4424EFF-5108-4FCE-A003-D94D350FD151}">
  <we:reference id="f5f369e5-aa35-49d7-ad7b-638152ddb008" version="1.0.0.0" store="EXCatalog" storeType="EXCatalog"/>
  <we:alternateReferences>
    <we:reference id="WA200010001" version="1.0.0.0" store="fr-FR" storeType="OMEX"/>
  </we:alternateReferences>
  <we:properties>
    <we:property name="claude.fileId" value="&quot;787c02ca-2593-4252-8892-fcd499c1e60d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23915e9-56e7-4472-aed1-4dca2ca6a966">
      <Terms xmlns="http://schemas.microsoft.com/office/infopath/2007/PartnerControls"/>
    </lcf76f155ced4ddcb4097134ff3c332f>
    <TaxCatchAll xmlns="e494f72c-dba8-45ae-9593-07e869b00ae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26FF92C1E61A4CBC232F5F7464998A" ma:contentTypeVersion="21" ma:contentTypeDescription="Crée un document." ma:contentTypeScope="" ma:versionID="6ba28d70f267e0751c934e389a087801">
  <xsd:schema xmlns:xsd="http://www.w3.org/2001/XMLSchema" xmlns:xs="http://www.w3.org/2001/XMLSchema" xmlns:p="http://schemas.microsoft.com/office/2006/metadata/properties" xmlns:ns2="e494f72c-dba8-45ae-9593-07e869b00ae4" xmlns:ns3="723915e9-56e7-4472-aed1-4dca2ca6a966" targetNamespace="http://schemas.microsoft.com/office/2006/metadata/properties" ma:root="true" ma:fieldsID="ce9c1c32ed5d3f8ff11d50324a3b95c9" ns2:_="" ns3:_="">
    <xsd:import namespace="e494f72c-dba8-45ae-9593-07e869b00ae4"/>
    <xsd:import namespace="723915e9-56e7-4472-aed1-4dca2ca6a96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lcf76f155ced4ddcb4097134ff3c332f" minOccurs="0"/>
                <xsd:element ref="ns2:TaxCatchAll" minOccurs="0"/>
                <xsd:element ref="ns3:MediaLengthInSeconds" minOccurs="0"/>
                <xsd:element ref="ns3:MediaServiceDateTaken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94f72c-dba8-45ae-9593-07e869b00ae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e901ae58-b9dd-4780-91d4-faef2f24bb7f}" ma:internalName="TaxCatchAll" ma:readOnly="false" ma:showField="CatchAllData" ma:web="e494f72c-dba8-45ae-9593-07e869b00a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3915e9-56e7-4472-aed1-4dca2ca6a9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18ef22ef-2a12-4dbb-8703-1eb9be7779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0" nillable="true" ma:displayName="MediaServiceDateTaken" ma:internalName="MediaServiceDateTake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AC1C13-1FEF-4D7F-AF2E-F611D936E02E}">
  <ds:schemaRefs>
    <ds:schemaRef ds:uri="723915e9-56e7-4472-aed1-4dca2ca6a966"/>
    <ds:schemaRef ds:uri="e494f72c-dba8-45ae-9593-07e869b00ae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2FDE200-722E-4A2B-A8D1-92BE7C57AA3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6A0AA4E-4674-4F39-AE80-86C4BB0DB02D}">
  <ds:schemaRefs>
    <ds:schemaRef ds:uri="723915e9-56e7-4472-aed1-4dca2ca6a966"/>
    <ds:schemaRef ds:uri="e494f72c-dba8-45ae-9593-07e869b00ae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453</Words>
  <Application>Microsoft Macintosh PowerPoint</Application>
  <PresentationFormat>Grand écran</PresentationFormat>
  <Paragraphs>94</Paragraphs>
  <Slides>8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4" baseType="lpstr">
      <vt:lpstr>72 Brand</vt:lpstr>
      <vt:lpstr>Aptos</vt:lpstr>
      <vt:lpstr>Arial</vt:lpstr>
      <vt:lpstr>Montserrat</vt:lpstr>
      <vt:lpstr>Wingdings</vt:lpstr>
      <vt:lpstr>Thème Office [1777302213082]</vt:lpstr>
      <vt:lpstr>YNOV  Stratégie Data &amp; IA  KPC Proposition d’accompagnement 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Staff Day</dc:title>
  <dc:creator>Christel Carbonnel</dc:creator>
  <cp:lastModifiedBy>Julien Jouclard</cp:lastModifiedBy>
  <cp:revision>2</cp:revision>
  <dcterms:created xsi:type="dcterms:W3CDTF">2024-06-20T09:16:39Z</dcterms:created>
  <dcterms:modified xsi:type="dcterms:W3CDTF">2026-05-11T10:32:08Z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0x010100EF26FF92C1E61A4CBC232F5F7464998A</vt:lpwstr>
  </property>
</Properties>
</file>